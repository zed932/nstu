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3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6858000" type="screen4x3"/>
  <p:notesSz cx="9144000" cy="6858000"/>
  <p:defaultTextStyle>
    <a:defPPr>
      <a:defRPr lang="ru-RU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1" d="100"/>
          <a:sy n="91" d="100"/>
        </p:scale>
        <p:origin x="964" y="4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 s" userId="b32979be72172c5e" providerId="LiveId" clId="{1A9D4396-1918-4F43-B4DF-954C8EB3F697}"/>
    <pc:docChg chg="undo custSel modSld">
      <pc:chgData name="e s" userId="b32979be72172c5e" providerId="LiveId" clId="{1A9D4396-1918-4F43-B4DF-954C8EB3F697}" dt="2026-02-16T08:58:02.076" v="113" actId="1076"/>
      <pc:docMkLst>
        <pc:docMk/>
      </pc:docMkLst>
      <pc:sldChg chg="addSp delSp modSp mod">
        <pc:chgData name="e s" userId="b32979be72172c5e" providerId="LiveId" clId="{1A9D4396-1918-4F43-B4DF-954C8EB3F697}" dt="2026-02-16T08:55:36.459" v="43" actId="20577"/>
        <pc:sldMkLst>
          <pc:docMk/>
          <pc:sldMk cId="0" sldId="259"/>
        </pc:sldMkLst>
        <pc:spChg chg="mod">
          <ac:chgData name="e s" userId="b32979be72172c5e" providerId="LiveId" clId="{1A9D4396-1918-4F43-B4DF-954C8EB3F697}" dt="2026-02-16T08:55:36.459" v="43" actId="20577"/>
          <ac:spMkLst>
            <pc:docMk/>
            <pc:sldMk cId="0" sldId="259"/>
            <ac:spMk id="3" creationId="{00000000-0000-0000-0000-000000000000}"/>
          </ac:spMkLst>
        </pc:spChg>
        <pc:graphicFrameChg chg="del">
          <ac:chgData name="e s" userId="b32979be72172c5e" providerId="LiveId" clId="{1A9D4396-1918-4F43-B4DF-954C8EB3F697}" dt="2026-02-16T08:54:44.076" v="0" actId="478"/>
          <ac:graphicFrameMkLst>
            <pc:docMk/>
            <pc:sldMk cId="0" sldId="259"/>
            <ac:graphicFrameMk id="5" creationId="{00000000-0000-0000-0000-000000000000}"/>
          </ac:graphicFrameMkLst>
        </pc:graphicFrameChg>
        <pc:graphicFrameChg chg="del">
          <ac:chgData name="e s" userId="b32979be72172c5e" providerId="LiveId" clId="{1A9D4396-1918-4F43-B4DF-954C8EB3F697}" dt="2026-02-16T08:55:18.006" v="13" actId="478"/>
          <ac:graphicFrameMkLst>
            <pc:docMk/>
            <pc:sldMk cId="0" sldId="259"/>
            <ac:graphicFrameMk id="6" creationId="{00000000-0000-0000-0000-000000000000}"/>
          </ac:graphicFrameMkLst>
        </pc:graphicFrameChg>
        <pc:picChg chg="add mod">
          <ac:chgData name="e s" userId="b32979be72172c5e" providerId="LiveId" clId="{1A9D4396-1918-4F43-B4DF-954C8EB3F697}" dt="2026-02-16T08:54:56.356" v="12" actId="1036"/>
          <ac:picMkLst>
            <pc:docMk/>
            <pc:sldMk cId="0" sldId="259"/>
            <ac:picMk id="8" creationId="{A050A525-CDD0-CD71-1BDA-AFF98102D5D9}"/>
          </ac:picMkLst>
        </pc:picChg>
        <pc:picChg chg="add mod">
          <ac:chgData name="e s" userId="b32979be72172c5e" providerId="LiveId" clId="{1A9D4396-1918-4F43-B4DF-954C8EB3F697}" dt="2026-02-16T08:55:29.259" v="40" actId="14100"/>
          <ac:picMkLst>
            <pc:docMk/>
            <pc:sldMk cId="0" sldId="259"/>
            <ac:picMk id="10" creationId="{727C5191-67A3-C30F-81BC-B37FD086B01F}"/>
          </ac:picMkLst>
        </pc:picChg>
      </pc:sldChg>
      <pc:sldChg chg="addSp delSp modSp mod">
        <pc:chgData name="e s" userId="b32979be72172c5e" providerId="LiveId" clId="{1A9D4396-1918-4F43-B4DF-954C8EB3F697}" dt="2026-02-16T08:56:44.824" v="82" actId="14100"/>
        <pc:sldMkLst>
          <pc:docMk/>
          <pc:sldMk cId="0" sldId="263"/>
        </pc:sldMkLst>
        <pc:graphicFrameChg chg="del">
          <ac:chgData name="e s" userId="b32979be72172c5e" providerId="LiveId" clId="{1A9D4396-1918-4F43-B4DF-954C8EB3F697}" dt="2026-02-16T08:56:04.065" v="44" actId="478"/>
          <ac:graphicFrameMkLst>
            <pc:docMk/>
            <pc:sldMk cId="0" sldId="263"/>
            <ac:graphicFrameMk id="5" creationId="{00000000-0000-0000-0000-000000000000}"/>
          </ac:graphicFrameMkLst>
        </pc:graphicFrameChg>
        <pc:graphicFrameChg chg="del">
          <ac:chgData name="e s" userId="b32979be72172c5e" providerId="LiveId" clId="{1A9D4396-1918-4F43-B4DF-954C8EB3F697}" dt="2026-02-16T08:56:34.003" v="53" actId="478"/>
          <ac:graphicFrameMkLst>
            <pc:docMk/>
            <pc:sldMk cId="0" sldId="263"/>
            <ac:graphicFrameMk id="6" creationId="{00000000-0000-0000-0000-000000000000}"/>
          </ac:graphicFrameMkLst>
        </pc:graphicFrameChg>
        <pc:picChg chg="add mod">
          <ac:chgData name="e s" userId="b32979be72172c5e" providerId="LiveId" clId="{1A9D4396-1918-4F43-B4DF-954C8EB3F697}" dt="2026-02-16T08:56:13.879" v="52" actId="14100"/>
          <ac:picMkLst>
            <pc:docMk/>
            <pc:sldMk cId="0" sldId="263"/>
            <ac:picMk id="8" creationId="{406A5F73-018D-1F9B-E650-E543B1D8707B}"/>
          </ac:picMkLst>
        </pc:picChg>
        <pc:picChg chg="add mod">
          <ac:chgData name="e s" userId="b32979be72172c5e" providerId="LiveId" clId="{1A9D4396-1918-4F43-B4DF-954C8EB3F697}" dt="2026-02-16T08:56:44.824" v="82" actId="14100"/>
          <ac:picMkLst>
            <pc:docMk/>
            <pc:sldMk cId="0" sldId="263"/>
            <ac:picMk id="10" creationId="{3C2D1509-5EDB-4854-E931-F8EA1D487F7F}"/>
          </ac:picMkLst>
        </pc:picChg>
      </pc:sldChg>
      <pc:sldChg chg="addSp delSp modSp mod">
        <pc:chgData name="e s" userId="b32979be72172c5e" providerId="LiveId" clId="{1A9D4396-1918-4F43-B4DF-954C8EB3F697}" dt="2026-02-16T08:57:17.581" v="107" actId="1036"/>
        <pc:sldMkLst>
          <pc:docMk/>
          <pc:sldMk cId="0" sldId="264"/>
        </pc:sldMkLst>
        <pc:graphicFrameChg chg="del mod">
          <ac:chgData name="e s" userId="b32979be72172c5e" providerId="LiveId" clId="{1A9D4396-1918-4F43-B4DF-954C8EB3F697}" dt="2026-02-16T08:57:12.796" v="84" actId="478"/>
          <ac:graphicFrameMkLst>
            <pc:docMk/>
            <pc:sldMk cId="0" sldId="264"/>
            <ac:graphicFrameMk id="5" creationId="{00000000-0000-0000-0000-000000000000}"/>
          </ac:graphicFrameMkLst>
        </pc:graphicFrameChg>
        <pc:picChg chg="add mod">
          <ac:chgData name="e s" userId="b32979be72172c5e" providerId="LiveId" clId="{1A9D4396-1918-4F43-B4DF-954C8EB3F697}" dt="2026-02-16T08:57:17.581" v="107" actId="1036"/>
          <ac:picMkLst>
            <pc:docMk/>
            <pc:sldMk cId="0" sldId="264"/>
            <ac:picMk id="7" creationId="{A64B5A73-A8A1-0884-42E3-A08843F85024}"/>
          </ac:picMkLst>
        </pc:picChg>
      </pc:sldChg>
      <pc:sldChg chg="addSp delSp modSp mod">
        <pc:chgData name="e s" userId="b32979be72172c5e" providerId="LiveId" clId="{1A9D4396-1918-4F43-B4DF-954C8EB3F697}" dt="2026-02-16T08:58:02.076" v="113" actId="1076"/>
        <pc:sldMkLst>
          <pc:docMk/>
          <pc:sldMk cId="0" sldId="265"/>
        </pc:sldMkLst>
        <pc:graphicFrameChg chg="del">
          <ac:chgData name="e s" userId="b32979be72172c5e" providerId="LiveId" clId="{1A9D4396-1918-4F43-B4DF-954C8EB3F697}" dt="2026-02-16T08:57:48.183" v="108" actId="478"/>
          <ac:graphicFrameMkLst>
            <pc:docMk/>
            <pc:sldMk cId="0" sldId="265"/>
            <ac:graphicFrameMk id="5" creationId="{00000000-0000-0000-0000-000000000000}"/>
          </ac:graphicFrameMkLst>
        </pc:graphicFrameChg>
        <pc:graphicFrameChg chg="del">
          <ac:chgData name="e s" userId="b32979be72172c5e" providerId="LiveId" clId="{1A9D4396-1918-4F43-B4DF-954C8EB3F697}" dt="2026-02-16T08:57:56.566" v="111" actId="478"/>
          <ac:graphicFrameMkLst>
            <pc:docMk/>
            <pc:sldMk cId="0" sldId="265"/>
            <ac:graphicFrameMk id="6" creationId="{00000000-0000-0000-0000-000000000000}"/>
          </ac:graphicFrameMkLst>
        </pc:graphicFrameChg>
        <pc:picChg chg="add mod">
          <ac:chgData name="e s" userId="b32979be72172c5e" providerId="LiveId" clId="{1A9D4396-1918-4F43-B4DF-954C8EB3F697}" dt="2026-02-16T08:57:54.345" v="110" actId="1076"/>
          <ac:picMkLst>
            <pc:docMk/>
            <pc:sldMk cId="0" sldId="265"/>
            <ac:picMk id="8" creationId="{427D47C4-E3E5-1947-6E11-D8B145B6F840}"/>
          </ac:picMkLst>
        </pc:picChg>
        <pc:picChg chg="add mod">
          <ac:chgData name="e s" userId="b32979be72172c5e" providerId="LiveId" clId="{1A9D4396-1918-4F43-B4DF-954C8EB3F697}" dt="2026-02-16T08:58:02.076" v="113" actId="1076"/>
          <ac:picMkLst>
            <pc:docMk/>
            <pc:sldMk cId="0" sldId="265"/>
            <ac:picMk id="10" creationId="{7987E4FE-6C33-2C07-3708-3E1B87E3A981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 preserve="1" userDrawn="1">
  <p:cSld name="Титульны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Прямоугольник с двумя скругленными противолежащими углами 6"/>
          <p:cNvSpPr/>
          <p:nvPr/>
        </p:nvSpPr>
        <p:spPr bwMode="auto">
          <a:xfrm>
            <a:off x="164592" y="146304"/>
            <a:ext cx="8814816" cy="2505456"/>
          </a:xfrm>
          <a:prstGeom prst="round2DiagRect">
            <a:avLst>
              <a:gd name="adj1" fmla="val 11807"/>
              <a:gd name="adj2" fmla="val 0"/>
            </a:avLst>
          </a:prstGeom>
          <a:solidFill>
            <a:schemeClr val="bg2">
              <a:tint val="85000"/>
              <a:shade val="90000"/>
              <a:satMod val="150000"/>
              <a:alpha val="65000"/>
            </a:schemeClr>
          </a:solidFill>
          <a:ln w="11000" cap="rnd" cmpd="sng" algn="ctr">
            <a:solidFill>
              <a:schemeClr val="bg2">
                <a:tint val="78000"/>
                <a:satMod val="180000"/>
                <a:alpha val="88000"/>
              </a:schemeClr>
            </a:solidFill>
            <a:prstDash val="solid"/>
          </a:ln>
          <a:effectLst>
            <a:innerShdw blurRad="114300">
              <a:srgbClr val="000000">
                <a:alpha val="10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Заголовок 7"/>
          <p:cNvSpPr>
            <a:spLocks noGrp="1"/>
          </p:cNvSpPr>
          <p:nvPr>
            <p:ph type="ctrTitle"/>
          </p:nvPr>
        </p:nvSpPr>
        <p:spPr bwMode="auto">
          <a:xfrm>
            <a:off x="464234" y="381001"/>
            <a:ext cx="8229600" cy="2209800"/>
          </a:xfrm>
        </p:spPr>
        <p:txBody>
          <a:bodyPr lIns="45720" rIns="228600" anchor="b">
            <a:normAutofit/>
          </a:bodyPr>
          <a:lstStyle>
            <a:lvl1pPr marL="0" algn="r">
              <a:defRPr sz="48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9" name="Подзаголовок 8"/>
          <p:cNvSpPr>
            <a:spLocks noGrp="1"/>
          </p:cNvSpPr>
          <p:nvPr>
            <p:ph type="subTitle" idx="1"/>
          </p:nvPr>
        </p:nvSpPr>
        <p:spPr bwMode="auto">
          <a:xfrm>
            <a:off x="2133600" y="2819400"/>
            <a:ext cx="6560234" cy="1752599"/>
          </a:xfrm>
        </p:spPr>
        <p:txBody>
          <a:bodyPr lIns="45720" rIns="246888"/>
          <a:lstStyle>
            <a:lvl1pPr marL="0" indent="0" algn="r">
              <a:spcBef>
                <a:spcPts val="0"/>
              </a:spcBef>
              <a:buNone/>
              <a:defRPr/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pPr>
              <a:defRPr/>
            </a:pPr>
            <a:r>
              <a:rPr lang="ru-RU"/>
              <a:t>Образец подзаголовка</a:t>
            </a:r>
            <a:endParaRPr lang="en-US"/>
          </a:p>
        </p:txBody>
      </p:sp>
      <p:sp>
        <p:nvSpPr>
          <p:cNvPr id="10" name="Дата 9"/>
          <p:cNvSpPr>
            <a:spLocks noGrp="1"/>
          </p:cNvSpPr>
          <p:nvPr>
            <p:ph type="dt" sz="half" idx="10"/>
          </p:nvPr>
        </p:nvSpPr>
        <p:spPr bwMode="auto">
          <a:xfrm>
            <a:off x="5562600" y="6509004"/>
            <a:ext cx="3002280" cy="274320"/>
          </a:xfrm>
        </p:spPr>
        <p:txBody>
          <a:bodyPr vert="horz" rtlCol="0"/>
          <a:lstStyle/>
          <a:p>
            <a:pPr>
              <a:defRPr/>
            </a:pPr>
            <a:fld id="{618A8932-62C9-4217-BDB8-ACC30534E1CC}" type="datetime1">
              <a:rPr lang="ru-RU"/>
              <a:t>16.02.2026</a:t>
            </a:fld>
            <a:endParaRPr lang="ru-RU"/>
          </a:p>
        </p:txBody>
      </p:sp>
      <p:sp>
        <p:nvSpPr>
          <p:cNvPr id="11" name="Номер слайда 10"/>
          <p:cNvSpPr>
            <a:spLocks noGrp="1"/>
          </p:cNvSpPr>
          <p:nvPr>
            <p:ph type="sldNum" sz="quarter" idx="11"/>
          </p:nvPr>
        </p:nvSpPr>
        <p:spPr bwMode="auto">
          <a:xfrm>
            <a:off x="8638952" y="6509004"/>
            <a:ext cx="464288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pPr>
              <a:defRPr/>
            </a:pPr>
            <a:fld id="{0CC3DD56-44D6-4410-A1D4-F947CD7B8BFD}" type="slidenum">
              <a:rPr lang="ru-RU"/>
              <a:t>‹#›</a:t>
            </a:fld>
            <a:endParaRPr lang="ru-RU"/>
          </a:p>
        </p:txBody>
      </p:sp>
      <p:sp>
        <p:nvSpPr>
          <p:cNvPr id="12" name="Нижний колонтитул 11"/>
          <p:cNvSpPr>
            <a:spLocks noGrp="1"/>
          </p:cNvSpPr>
          <p:nvPr>
            <p:ph type="ftr" sz="quarter" idx="12"/>
          </p:nvPr>
        </p:nvSpPr>
        <p:spPr bwMode="auto">
          <a:xfrm>
            <a:off x="1600200" y="6509004"/>
            <a:ext cx="3907464" cy="274320"/>
          </a:xfrm>
        </p:spPr>
        <p:txBody>
          <a:bodyPr vert="horz" rtlCol="0"/>
          <a:lstStyle/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 bwMode="auto">
          <a:xfrm>
            <a:off x="588392" y="1424587"/>
            <a:ext cx="800100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1B3C35C-E6EA-416D-AA91-2D7B45730357}" type="datetime1">
              <a:rPr lang="ru-RU"/>
              <a:t>16.02.2026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CC3DD56-44D6-4410-A1D4-F947CD7B8BFD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secHead" preserve="1" userDrawn="1">
  <p:cSld name="Заголовок раздела">
    <p:bg>
      <p:bgRef idx="1001">
        <a:schemeClr val="bg2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 bwMode="auto">
          <a:xfrm>
            <a:off x="1000128" y="3267456"/>
            <a:ext cx="740664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722376" y="498230"/>
            <a:ext cx="7772400" cy="2731008"/>
          </a:xfrm>
        </p:spPr>
        <p:txBody>
          <a:bodyPr rIns="100584"/>
          <a:lstStyle>
            <a:lvl1pPr algn="r">
              <a:buNone/>
              <a:defRPr sz="4000" b="1" cap="none">
                <a:solidFill>
                  <a:schemeClr val="accent1">
                    <a:tint val="95000"/>
                    <a:satMod val="200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722313" y="3287713"/>
            <a:ext cx="7772400" cy="1509712"/>
          </a:xfrm>
        </p:spPr>
        <p:txBody>
          <a:bodyPr rIns="128016" anchor="t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8" name="Дата 7"/>
          <p:cNvSpPr>
            <a:spLocks noGrp="1"/>
          </p:cNvSpPr>
          <p:nvPr>
            <p:ph type="dt" sz="half" idx="10"/>
          </p:nvPr>
        </p:nvSpPr>
        <p:spPr bwMode="auto">
          <a:xfrm>
            <a:off x="5562600" y="6513670"/>
            <a:ext cx="3002280" cy="274320"/>
          </a:xfrm>
        </p:spPr>
        <p:txBody>
          <a:bodyPr vert="horz" rtlCol="0"/>
          <a:lstStyle/>
          <a:p>
            <a:pPr>
              <a:defRPr/>
            </a:pPr>
            <a:fld id="{326BC372-8821-47C8-8858-C1C512837FEC}" type="datetime1">
              <a:rPr lang="ru-RU"/>
              <a:t>16.02.2026</a:t>
            </a:fld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1"/>
          </p:nvPr>
        </p:nvSpPr>
        <p:spPr bwMode="auto">
          <a:xfrm>
            <a:off x="8638952" y="6513670"/>
            <a:ext cx="464288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pPr>
              <a:defRPr/>
            </a:pPr>
            <a:fld id="{0CC3DD56-44D6-4410-A1D4-F947CD7B8BFD}" type="slidenum">
              <a:rPr lang="ru-RU"/>
              <a:t>‹#›</a:t>
            </a:fld>
            <a:endParaRPr lang="ru-RU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12"/>
          </p:nvPr>
        </p:nvSpPr>
        <p:spPr bwMode="auto">
          <a:xfrm>
            <a:off x="1600200" y="6513670"/>
            <a:ext cx="3907464" cy="274320"/>
          </a:xfrm>
        </p:spPr>
        <p:txBody>
          <a:bodyPr vert="horz" rtlCol="0"/>
          <a:lstStyle/>
          <a:p>
            <a:pPr>
              <a:defRPr/>
            </a:pPr>
            <a:endParaRPr lang="ru-RU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Два объек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 bwMode="auto">
          <a:xfrm>
            <a:off x="457200" y="1645920"/>
            <a:ext cx="4038600" cy="45262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 bwMode="auto">
          <a:xfrm>
            <a:off x="4648200" y="1645920"/>
            <a:ext cx="4038600" cy="45262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4531F389-A53C-4A80-A700-AD17C06A2A6E}" type="datetime1">
              <a:rPr lang="ru-RU"/>
              <a:t>16.02.2026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>
          <a:xfrm>
            <a:off x="8641080" y="6514568"/>
            <a:ext cx="464288" cy="274320"/>
          </a:xfrm>
        </p:spPr>
        <p:txBody>
          <a:bodyPr/>
          <a:lstStyle/>
          <a:p>
            <a:pPr>
              <a:defRPr/>
            </a:pPr>
            <a:fld id="{0CC3DD56-44D6-4410-A1D4-F947CD7B8BFD}" type="slidenum">
              <a:rPr lang="ru-RU"/>
              <a:t>‹#›</a:t>
            </a:fld>
            <a:endParaRPr lang="ru-RU"/>
          </a:p>
        </p:txBody>
      </p:sp>
      <p:sp>
        <p:nvSpPr>
          <p:cNvPr id="10" name="Прямоугольник 9"/>
          <p:cNvSpPr/>
          <p:nvPr/>
        </p:nvSpPr>
        <p:spPr bwMode="auto">
          <a:xfrm>
            <a:off x="588392" y="1424587"/>
            <a:ext cx="800100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preserve="1" userDrawn="1">
  <p:cSld name="Сравн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/>
          <p:cNvSpPr/>
          <p:nvPr/>
        </p:nvSpPr>
        <p:spPr bwMode="auto">
          <a:xfrm>
            <a:off x="616744" y="2165216"/>
            <a:ext cx="374904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b"/>
          <a:lstStyle/>
          <a:p>
            <a:pPr algn="ctr">
              <a:defRPr/>
            </a:pPr>
            <a:endParaRPr lang="en-US"/>
          </a:p>
        </p:txBody>
      </p:sp>
      <p:sp>
        <p:nvSpPr>
          <p:cNvPr id="11" name="Прямоугольник 10"/>
          <p:cNvSpPr/>
          <p:nvPr/>
        </p:nvSpPr>
        <p:spPr bwMode="auto">
          <a:xfrm>
            <a:off x="4800600" y="2165216"/>
            <a:ext cx="374904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b"/>
          <a:lstStyle/>
          <a:p>
            <a:pPr algn="ctr">
              <a:defRPr/>
            </a:pPr>
            <a:endParaRPr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457200" y="251948"/>
            <a:ext cx="8229600" cy="1143000"/>
          </a:xfrm>
        </p:spPr>
        <p:txBody>
          <a:bodyPr anchor="b"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>
            <a:noAutofit/>
          </a:bodyPr>
          <a:lstStyle>
            <a:lvl1pPr marL="91440" indent="0" algn="l">
              <a:spcBef>
                <a:spcPts val="0"/>
              </a:spcBef>
              <a:buNone/>
              <a:defRPr sz="2200" b="0" cap="all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>
            <a:noAutofit/>
          </a:bodyPr>
          <a:lstStyle>
            <a:lvl1pPr marL="91440" indent="0" algn="l">
              <a:spcBef>
                <a:spcPts val="0"/>
              </a:spcBef>
              <a:buNone/>
              <a:defRPr sz="2200" b="0" cap="all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" name="Содержимое 4"/>
          <p:cNvSpPr>
            <a:spLocks noGrp="1"/>
          </p:cNvSpPr>
          <p:nvPr>
            <p:ph sz="quarter" idx="2"/>
          </p:nvPr>
        </p:nvSpPr>
        <p:spPr bwMode="auto">
          <a:xfrm>
            <a:off x="457200" y="2362199"/>
            <a:ext cx="4040188" cy="3941763"/>
          </a:xfrm>
        </p:spPr>
        <p:txBody>
          <a:bodyPr lIns="9144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 bwMode="auto">
          <a:xfrm>
            <a:off x="4645025" y="2362199"/>
            <a:ext cx="4041775" cy="3941763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0B6EEEE-F63A-45AF-84D9-BF154B205700}" type="datetime1">
              <a:rPr lang="ru-RU"/>
              <a:t>16.02.2026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 bwMode="auto">
          <a:xfrm>
            <a:off x="8641080" y="6514568"/>
            <a:ext cx="464288" cy="274320"/>
          </a:xfrm>
        </p:spPr>
        <p:txBody>
          <a:bodyPr/>
          <a:lstStyle/>
          <a:p>
            <a:pPr>
              <a:defRPr/>
            </a:pPr>
            <a:fld id="{0CC3DD56-44D6-4410-A1D4-F947CD7B8BFD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Только заголовок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457200" y="253218"/>
            <a:ext cx="8229600" cy="1143000"/>
          </a:xfrm>
        </p:spPr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9AE8AF9-156B-43BB-A6E4-2BA5B4B2CE04}" type="datetime1">
              <a:rPr lang="ru-RU"/>
              <a:t>16.02.2026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CC3DD56-44D6-4410-A1D4-F947CD7B8BFD}" type="slidenum">
              <a:rPr lang="ru-RU"/>
              <a:t>‹#›</a:t>
            </a:fld>
            <a:endParaRPr lang="ru-RU"/>
          </a:p>
        </p:txBody>
      </p:sp>
      <p:sp>
        <p:nvSpPr>
          <p:cNvPr id="7" name="Прямоугольник 6"/>
          <p:cNvSpPr/>
          <p:nvPr/>
        </p:nvSpPr>
        <p:spPr bwMode="auto">
          <a:xfrm>
            <a:off x="588392" y="1424587"/>
            <a:ext cx="800100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059A241-2F2C-4BDB-949F-CDA85DBACC88}" type="datetime1">
              <a:rPr lang="ru-RU"/>
              <a:t>16.02.2026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CC3DD56-44D6-4410-A1D4-F947CD7B8BFD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objTx" preserve="1" userDrawn="1">
  <p:cSld name="Объект с подписью">
    <p:bg>
      <p:bgRef idx="1001">
        <a:schemeClr val="bg2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/>
          <p:cNvSpPr/>
          <p:nvPr/>
        </p:nvSpPr>
        <p:spPr bwMode="auto">
          <a:xfrm>
            <a:off x="5057552" y="1057656"/>
            <a:ext cx="374904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4963136" y="304800"/>
            <a:ext cx="3931920" cy="762000"/>
          </a:xfrm>
        </p:spPr>
        <p:txBody>
          <a:bodyPr anchor="b"/>
          <a:lstStyle>
            <a:lvl1pPr marL="0" algn="r">
              <a:buNone/>
              <a:defRPr sz="2000" b="1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 bwMode="auto">
          <a:xfrm>
            <a:off x="4963136" y="1107560"/>
            <a:ext cx="3931920" cy="1066800"/>
          </a:xfrm>
        </p:spPr>
        <p:txBody>
          <a:bodyPr/>
          <a:lstStyle>
            <a:lvl1pPr marL="0" indent="0" algn="r"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" name="Содержимое 3"/>
          <p:cNvSpPr>
            <a:spLocks noGrp="1"/>
          </p:cNvSpPr>
          <p:nvPr>
            <p:ph sz="half" idx="1"/>
          </p:nvPr>
        </p:nvSpPr>
        <p:spPr bwMode="auto">
          <a:xfrm>
            <a:off x="228600" y="2209800"/>
            <a:ext cx="8666456" cy="3977640"/>
          </a:xfrm>
        </p:spPr>
        <p:txBody>
          <a:bodyPr/>
          <a:lstStyle>
            <a:lvl1pPr marL="292608">
              <a:defRPr sz="3200"/>
            </a:lvl1pPr>
            <a:lvl2pPr marL="594360">
              <a:defRPr sz="2800"/>
            </a:lvl2pPr>
            <a:lvl3pPr marL="822960">
              <a:defRPr sz="2400"/>
            </a:lvl3pPr>
            <a:lvl4pPr marL="1051560">
              <a:defRPr sz="2000"/>
            </a:lvl4pPr>
            <a:lvl5pPr marL="1261872">
              <a:defRPr sz="2000"/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9" name="Дата 8"/>
          <p:cNvSpPr>
            <a:spLocks noGrp="1"/>
          </p:cNvSpPr>
          <p:nvPr>
            <p:ph type="dt" sz="half" idx="10"/>
          </p:nvPr>
        </p:nvSpPr>
        <p:spPr bwMode="auto">
          <a:xfrm>
            <a:off x="5562600" y="6513670"/>
            <a:ext cx="3002280" cy="274320"/>
          </a:xfrm>
        </p:spPr>
        <p:txBody>
          <a:bodyPr vert="horz" rtlCol="0"/>
          <a:lstStyle/>
          <a:p>
            <a:pPr>
              <a:defRPr/>
            </a:pPr>
            <a:fld id="{FB5F21AF-98DF-4F3D-8D1F-E6D251F86555}" type="datetime1">
              <a:rPr lang="ru-RU"/>
              <a:t>16.02.2026</a:t>
            </a:fld>
            <a:endParaRPr lang="ru-RU"/>
          </a:p>
        </p:txBody>
      </p:sp>
      <p:sp>
        <p:nvSpPr>
          <p:cNvPr id="10" name="Номер слайда 9"/>
          <p:cNvSpPr>
            <a:spLocks noGrp="1"/>
          </p:cNvSpPr>
          <p:nvPr>
            <p:ph type="sldNum" sz="quarter" idx="11"/>
          </p:nvPr>
        </p:nvSpPr>
        <p:spPr bwMode="auto">
          <a:xfrm>
            <a:off x="8638952" y="6513670"/>
            <a:ext cx="464288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pPr>
              <a:defRPr/>
            </a:pPr>
            <a:fld id="{0CC3DD56-44D6-4410-A1D4-F947CD7B8BFD}" type="slidenum">
              <a:rPr lang="ru-RU"/>
              <a:t>‹#›</a:t>
            </a:fld>
            <a:endParaRPr lang="ru-RU"/>
          </a:p>
        </p:txBody>
      </p:sp>
      <p:sp>
        <p:nvSpPr>
          <p:cNvPr id="11" name="Нижний колонтитул 10"/>
          <p:cNvSpPr>
            <a:spLocks noGrp="1"/>
          </p:cNvSpPr>
          <p:nvPr>
            <p:ph type="ftr" sz="quarter" idx="12"/>
          </p:nvPr>
        </p:nvSpPr>
        <p:spPr bwMode="auto">
          <a:xfrm>
            <a:off x="1600200" y="6513670"/>
            <a:ext cx="3907464" cy="274320"/>
          </a:xfrm>
        </p:spPr>
        <p:txBody>
          <a:bodyPr vert="horz" rtlCol="0"/>
          <a:lstStyle/>
          <a:p>
            <a:pPr>
              <a:defRPr/>
            </a:pPr>
            <a:endParaRPr lang="ru-RU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picTx" preserve="1" userDrawn="1">
  <p:cSld name="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3040443" y="4724399"/>
            <a:ext cx="5486400" cy="664536"/>
          </a:xfrm>
        </p:spPr>
        <p:txBody>
          <a:bodyPr anchor="b"/>
          <a:lstStyle>
            <a:lvl1pPr marL="0" algn="r">
              <a:buNone/>
              <a:defRPr sz="2000" b="1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3040443" y="5388936"/>
            <a:ext cx="5486400" cy="912255"/>
          </a:xfrm>
        </p:spPr>
        <p:txBody>
          <a:bodyPr/>
          <a:lstStyle>
            <a:lvl1pPr marL="0" indent="0" algn="r">
              <a:spcBef>
                <a:spcPts val="0"/>
              </a:spcBef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3" name="Рисунок 12"/>
          <p:cNvSpPr>
            <a:spLocks noGrp="1"/>
          </p:cNvSpPr>
          <p:nvPr>
            <p:ph type="pic" idx="1"/>
          </p:nvPr>
        </p:nvSpPr>
        <p:spPr bwMode="auto">
          <a:xfrm>
            <a:off x="304800" y="249864"/>
            <a:ext cx="8534400" cy="4343400"/>
          </a:xfrm>
          <a:prstGeom prst="round2DiagRect">
            <a:avLst>
              <a:gd name="adj1" fmla="val 11403"/>
              <a:gd name="adj2" fmla="val 0"/>
            </a:avLst>
          </a:prstGeom>
          <a:solidFill>
            <a:schemeClr val="bg2">
              <a:tint val="85000"/>
              <a:shade val="90000"/>
              <a:satMod val="150000"/>
              <a:alpha val="65000"/>
            </a:schemeClr>
          </a:solidFill>
          <a:ln w="11000" cap="rnd" cmpd="sng" algn="ctr">
            <a:solidFill>
              <a:schemeClr val="bg2">
                <a:tint val="78000"/>
                <a:satMod val="180000"/>
                <a:alpha val="88000"/>
              </a:schemeClr>
            </a:solidFill>
            <a:prstDash val="solid"/>
          </a:ln>
          <a:effectLst>
            <a:innerShdw blurRad="114300">
              <a:srgbClr val="000000">
                <a:alpha val="10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indent="0">
              <a:buNone/>
              <a:defRPr sz="3200"/>
            </a:lvl1pPr>
          </a:lstStyle>
          <a:p>
            <a:pPr marL="0" algn="l">
              <a:defRPr/>
            </a:pPr>
            <a:r>
              <a:rPr lang="ru-RU">
                <a:solidFill>
                  <a:schemeClr val="lt1"/>
                </a:solidFill>
                <a:latin typeface="+mn-lt"/>
                <a:ea typeface="+mn-ea"/>
                <a:cs typeface="+mn-cs"/>
              </a:rPr>
              <a:t>Вставка рисунка</a:t>
            </a:r>
            <a:endParaRPr lang="en-US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Дата 7"/>
          <p:cNvSpPr>
            <a:spLocks noGrp="1"/>
          </p:cNvSpPr>
          <p:nvPr>
            <p:ph type="dt" sz="half" idx="10"/>
          </p:nvPr>
        </p:nvSpPr>
        <p:spPr bwMode="auto">
          <a:xfrm>
            <a:off x="5562600" y="6509004"/>
            <a:ext cx="3002280" cy="274320"/>
          </a:xfrm>
        </p:spPr>
        <p:txBody>
          <a:bodyPr vert="horz" rtlCol="0"/>
          <a:lstStyle/>
          <a:p>
            <a:pPr>
              <a:defRPr/>
            </a:pPr>
            <a:fld id="{04880FEF-A9E0-4096-A6F1-C5DFB362ABDC}" type="datetime1">
              <a:rPr lang="ru-RU"/>
              <a:t>16.02.2026</a:t>
            </a:fld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1"/>
          </p:nvPr>
        </p:nvSpPr>
        <p:spPr bwMode="auto">
          <a:xfrm>
            <a:off x="8638952" y="6509004"/>
            <a:ext cx="464288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pPr>
              <a:defRPr/>
            </a:pPr>
            <a:fld id="{0CC3DD56-44D6-4410-A1D4-F947CD7B8BFD}" type="slidenum">
              <a:rPr lang="ru-RU"/>
              <a:t>‹#›</a:t>
            </a:fld>
            <a:endParaRPr lang="ru-RU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12"/>
          </p:nvPr>
        </p:nvSpPr>
        <p:spPr bwMode="auto">
          <a:xfrm>
            <a:off x="1600200" y="6509004"/>
            <a:ext cx="3907464" cy="274320"/>
          </a:xfrm>
        </p:spPr>
        <p:txBody>
          <a:bodyPr vert="horz" rtlCol="0"/>
          <a:lstStyle/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x" preserve="1" userDrawn="1">
  <p:cSld name="Заголовок и вертикальный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846B0B1-7D84-48E7-96D3-793BA5087640}" type="datetime1">
              <a:rPr lang="ru-RU"/>
              <a:t>16.02.2026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CC3DD56-44D6-4410-A1D4-F947CD7B8BFD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itleAndTx" preserve="1" userDrawn="1">
  <p:cSld name="Вертикальный заголовок и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>
            <a:lvl1pPr algn="l">
              <a:defRPr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575BA8E-E9BE-4983-8968-4586D2DC7992}" type="datetime1">
              <a:rPr lang="ru-RU"/>
              <a:t>16.02.2026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CC3DD56-44D6-4410-A1D4-F947CD7B8BFD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Прямоугольник с двумя скругленными противолежащими углами 6"/>
          <p:cNvSpPr/>
          <p:nvPr/>
        </p:nvSpPr>
        <p:spPr bwMode="auto">
          <a:xfrm>
            <a:off x="164592" y="147085"/>
            <a:ext cx="8810846" cy="6565392"/>
          </a:xfrm>
          <a:prstGeom prst="round2DiagRect">
            <a:avLst>
              <a:gd name="adj1" fmla="val 11807"/>
              <a:gd name="adj2" fmla="val 0"/>
            </a:avLst>
          </a:prstGeom>
          <a:solidFill>
            <a:schemeClr val="bg2">
              <a:tint val="85000"/>
              <a:shade val="90000"/>
              <a:satMod val="150000"/>
              <a:alpha val="65000"/>
            </a:schemeClr>
          </a:solidFill>
          <a:ln w="11000" cap="rnd" cmpd="sng" algn="ctr">
            <a:solidFill>
              <a:schemeClr val="bg2">
                <a:tint val="78000"/>
                <a:satMod val="180000"/>
                <a:alpha val="88000"/>
              </a:schemeClr>
            </a:solidFill>
            <a:prstDash val="solid"/>
          </a:ln>
          <a:effectLst>
            <a:innerShdw blurRad="114300">
              <a:srgbClr val="000000">
                <a:alpha val="10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3"/>
          </p:nvPr>
        </p:nvSpPr>
        <p:spPr bwMode="auto">
          <a:xfrm>
            <a:off x="1295400" y="6400800"/>
            <a:ext cx="4212264" cy="274320"/>
          </a:xfrm>
          <a:prstGeom prst="rect">
            <a:avLst/>
          </a:prstGeom>
        </p:spPr>
        <p:txBody>
          <a:bodyPr/>
          <a:lstStyle>
            <a:lvl1pPr algn="r">
              <a:defRPr sz="1300">
                <a:solidFill>
                  <a:schemeClr val="bg2">
                    <a:tint val="60000"/>
                    <a:satMod val="15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4" name="Дата 13"/>
          <p:cNvSpPr>
            <a:spLocks noGrp="1"/>
          </p:cNvSpPr>
          <p:nvPr>
            <p:ph type="dt" sz="half" idx="2"/>
          </p:nvPr>
        </p:nvSpPr>
        <p:spPr bwMode="auto">
          <a:xfrm>
            <a:off x="5562600" y="6400800"/>
            <a:ext cx="3002280" cy="274320"/>
          </a:xfrm>
          <a:prstGeom prst="rect">
            <a:avLst/>
          </a:prstGeom>
        </p:spPr>
        <p:txBody>
          <a:bodyPr/>
          <a:lstStyle>
            <a:lvl1pPr algn="l">
              <a:defRPr sz="1300">
                <a:solidFill>
                  <a:schemeClr val="bg2">
                    <a:tint val="60000"/>
                    <a:satMod val="155000"/>
                  </a:schemeClr>
                </a:solidFill>
              </a:defRPr>
            </a:lvl1pPr>
          </a:lstStyle>
          <a:p>
            <a:pPr>
              <a:defRPr/>
            </a:pPr>
            <a:fld id="{4694BB94-EEF3-4693-84F8-FBB2BE68A97C}" type="datetime1">
              <a:rPr lang="ru-RU"/>
              <a:t>16.02.2026</a:t>
            </a:fld>
            <a:endParaRPr lang="ru-RU"/>
          </a:p>
        </p:txBody>
      </p:sp>
      <p:sp>
        <p:nvSpPr>
          <p:cNvPr id="23" name="Номер слайда 22"/>
          <p:cNvSpPr>
            <a:spLocks noGrp="1"/>
          </p:cNvSpPr>
          <p:nvPr>
            <p:ph type="sldNum" sz="quarter" idx="4"/>
          </p:nvPr>
        </p:nvSpPr>
        <p:spPr bwMode="auto">
          <a:xfrm>
            <a:off x="8638952" y="6514568"/>
            <a:ext cx="464288" cy="274320"/>
          </a:xfrm>
          <a:prstGeom prst="rect">
            <a:avLst/>
          </a:prstGeom>
        </p:spPr>
        <p:txBody>
          <a:bodyPr anchor="ctr"/>
          <a:lstStyle>
            <a:lvl1pPr algn="r">
              <a:defRPr sz="16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pPr>
              <a:defRPr/>
            </a:pPr>
            <a:fld id="{0CC3DD56-44D6-4410-A1D4-F947CD7B8BFD}" type="slidenum">
              <a:rPr lang="ru-RU"/>
              <a:t>‹#›</a:t>
            </a:fld>
            <a:endParaRPr lang="ru-RU"/>
          </a:p>
        </p:txBody>
      </p:sp>
      <p:sp>
        <p:nvSpPr>
          <p:cNvPr id="22" name="Заголовок 21"/>
          <p:cNvSpPr>
            <a:spLocks noGrp="1"/>
          </p:cNvSpPr>
          <p:nvPr>
            <p:ph type="title"/>
          </p:nvPr>
        </p:nvSpPr>
        <p:spPr bwMode="auto">
          <a:xfrm>
            <a:off x="457200" y="253536"/>
            <a:ext cx="8229600" cy="1143000"/>
          </a:xfrm>
          <a:prstGeom prst="rect">
            <a:avLst/>
          </a:prstGeom>
        </p:spPr>
        <p:txBody>
          <a:bodyPr rIns="91440" anchor="b">
            <a:norm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13" name="Текст 12"/>
          <p:cNvSpPr>
            <a:spLocks noGrp="1"/>
          </p:cNvSpPr>
          <p:nvPr>
            <p:ph type="body" idx="1"/>
          </p:nvPr>
        </p:nvSpPr>
        <p:spPr bwMode="auto">
          <a:xfrm>
            <a:off x="457200" y="1646237"/>
            <a:ext cx="8229600" cy="452628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marL="54864" algn="r">
        <a:spcBef>
          <a:spcPts val="0"/>
        </a:spcBef>
        <a:buNone/>
        <a:defRPr sz="4600">
          <a:solidFill>
            <a:schemeClr val="tx2">
              <a:tint val="100000"/>
              <a:shade val="90000"/>
              <a:satMod val="250000"/>
            </a:schemeClr>
          </a:solidFill>
          <a:latin typeface="+mj-lt"/>
          <a:ea typeface="+mj-ea"/>
          <a:cs typeface="+mj-cs"/>
        </a:defRPr>
      </a:lvl1pPr>
    </p:titleStyle>
    <p:bodyStyle>
      <a:lvl1pPr marL="292100" indent="-292100" algn="l">
        <a:spcBef>
          <a:spcPts val="0"/>
        </a:spcBef>
        <a:buClr>
          <a:schemeClr val="accent1"/>
        </a:buClr>
        <a:buSzPct val="70000"/>
        <a:buFont typeface="Wingdings 2"/>
        <a:buChar char="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>
        <a:spcBef>
          <a:spcPts val="400"/>
        </a:spcBef>
        <a:buClr>
          <a:schemeClr val="accent2"/>
        </a:buClr>
        <a:buSzPct val="90000"/>
        <a:buFontTx/>
        <a:buChar char="•"/>
        <a:defRPr sz="26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192024" algn="l">
        <a:spcBef>
          <a:spcPts val="400"/>
        </a:spcBef>
        <a:buClr>
          <a:schemeClr val="accent3"/>
        </a:buClr>
        <a:buSzPct val="100000"/>
        <a:buFont typeface="Wingdings 2"/>
        <a:buChar char=""/>
        <a:defRPr sz="23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>
        <a:spcBef>
          <a:spcPts val="400"/>
        </a:spcBef>
        <a:buClr>
          <a:schemeClr val="accent3"/>
        </a:buClr>
        <a:buSzPct val="100000"/>
        <a:buFont typeface="Wingdings 2"/>
        <a:buChar char="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82880" algn="l">
        <a:spcBef>
          <a:spcPts val="400"/>
        </a:spcBef>
        <a:buClr>
          <a:schemeClr val="accent3"/>
        </a:buClr>
        <a:buSzPct val="100000"/>
        <a:buFont typeface="Wingdings 2"/>
        <a:buChar char=""/>
        <a:defRPr sz="19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73736" algn="l">
        <a:spcBef>
          <a:spcPts val="400"/>
        </a:spcBef>
        <a:buClr>
          <a:schemeClr val="accent4"/>
        </a:buClr>
        <a:buFont typeface="Wingdings 2"/>
        <a:buChar char="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73736" algn="l">
        <a:spcBef>
          <a:spcPts val="400"/>
        </a:spcBef>
        <a:buClr>
          <a:schemeClr val="accent4"/>
        </a:buClr>
        <a:buFont typeface="Wingdings 2"/>
        <a:buChar char=""/>
        <a:defRPr sz="16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73736" algn="l">
        <a:spcBef>
          <a:spcPts val="400"/>
        </a:spcBef>
        <a:buClr>
          <a:schemeClr val="accent4"/>
        </a:buClr>
        <a:buFont typeface="Wingdings 2"/>
        <a:buChar char=""/>
        <a:defRPr sz="16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73736" algn="l">
        <a:spcBef>
          <a:spcPts val="400"/>
        </a:spcBef>
        <a:buClr>
          <a:schemeClr val="accent4"/>
        </a:buClr>
        <a:buFont typeface="Wingdings 2"/>
        <a:buChar char=""/>
        <a:defRPr sz="16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>
        <a:defRPr>
          <a:solidFill>
            <a:schemeClr val="tx1"/>
          </a:solidFill>
          <a:latin typeface="+mn-lt"/>
          <a:ea typeface="+mn-ea"/>
          <a:cs typeface="+mn-cs"/>
        </a:defRPr>
      </a:lvl1pPr>
      <a:lvl2pPr marL="457200" algn="l">
        <a:defRPr>
          <a:solidFill>
            <a:schemeClr val="tx1"/>
          </a:solidFill>
          <a:latin typeface="+mn-lt"/>
          <a:ea typeface="+mn-ea"/>
          <a:cs typeface="+mn-cs"/>
        </a:defRPr>
      </a:lvl2pPr>
      <a:lvl3pPr marL="914400" algn="l">
        <a:defRPr>
          <a:solidFill>
            <a:schemeClr val="tx1"/>
          </a:solidFill>
          <a:latin typeface="+mn-lt"/>
          <a:ea typeface="+mn-ea"/>
          <a:cs typeface="+mn-cs"/>
        </a:defRPr>
      </a:lvl3pPr>
      <a:lvl4pPr marL="1371600" algn="l">
        <a:defRPr>
          <a:solidFill>
            <a:schemeClr val="tx1"/>
          </a:solidFill>
          <a:latin typeface="+mn-lt"/>
          <a:ea typeface="+mn-ea"/>
          <a:cs typeface="+mn-cs"/>
        </a:defRPr>
      </a:lvl4pPr>
      <a:lvl5pPr marL="1828800" algn="l">
        <a:defRPr>
          <a:solidFill>
            <a:schemeClr val="tx1"/>
          </a:solidFill>
          <a:latin typeface="+mn-lt"/>
          <a:ea typeface="+mn-ea"/>
          <a:cs typeface="+mn-cs"/>
        </a:defRPr>
      </a:lvl5pPr>
      <a:lvl6pPr marL="2286000" algn="l">
        <a:defRPr>
          <a:solidFill>
            <a:schemeClr val="tx1"/>
          </a:solidFill>
          <a:latin typeface="+mn-lt"/>
          <a:ea typeface="+mn-ea"/>
          <a:cs typeface="+mn-cs"/>
        </a:defRPr>
      </a:lvl6pPr>
      <a:lvl7pPr marL="2743200" algn="l">
        <a:defRPr>
          <a:solidFill>
            <a:schemeClr val="tx1"/>
          </a:solidFill>
          <a:latin typeface="+mn-lt"/>
          <a:ea typeface="+mn-ea"/>
          <a:cs typeface="+mn-cs"/>
        </a:defRPr>
      </a:lvl7pPr>
      <a:lvl8pPr marL="3200400" algn="l">
        <a:defRPr>
          <a:solidFill>
            <a:schemeClr val="tx1"/>
          </a:solidFill>
          <a:latin typeface="+mn-lt"/>
          <a:ea typeface="+mn-ea"/>
          <a:cs typeface="+mn-cs"/>
        </a:defRPr>
      </a:lvl8pPr>
      <a:lvl9pPr marL="3657600" algn="l">
        <a:defRPr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TV.09.03.02.NNTU@yandex.ru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 bwMode="auto"/>
        <p:txBody>
          <a:bodyPr>
            <a:normAutofit fontScale="90000"/>
          </a:bodyPr>
          <a:lstStyle/>
          <a:p>
            <a:pPr>
              <a:defRPr/>
            </a:pPr>
            <a:r>
              <a:rPr lang="ru-RU" b="1">
                <a:solidFill>
                  <a:srgbClr val="00B0F0"/>
                </a:solidFill>
              </a:rPr>
              <a:t>Теория вероятностей и математическая статистика. Лекция </a:t>
            </a:r>
            <a:r>
              <a:rPr lang="en-US" b="1">
                <a:solidFill>
                  <a:srgbClr val="00B0F0"/>
                </a:solidFill>
              </a:rPr>
              <a:t>7</a:t>
            </a:r>
            <a:endParaRPr lang="ru-RU" b="1">
              <a:solidFill>
                <a:srgbClr val="00B0F0"/>
              </a:solidFill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 bwMode="auto">
          <a:xfrm>
            <a:off x="2133600" y="2819400"/>
            <a:ext cx="6560234" cy="3609996"/>
          </a:xfrm>
        </p:spPr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ru-RU" sz="3000">
                <a:solidFill>
                  <a:schemeClr val="tx1"/>
                </a:solidFill>
              </a:rPr>
              <a:t>Преподаватель</a:t>
            </a:r>
            <a:r>
              <a:rPr lang="en-US" sz="3000">
                <a:solidFill>
                  <a:schemeClr val="tx1"/>
                </a:solidFill>
              </a:rPr>
              <a:t>:</a:t>
            </a:r>
            <a:endParaRPr/>
          </a:p>
          <a:p>
            <a:pPr>
              <a:defRPr/>
            </a:pPr>
            <a:r>
              <a:rPr lang="ru-RU" sz="3000">
                <a:solidFill>
                  <a:schemeClr val="tx1"/>
                </a:solidFill>
              </a:rPr>
              <a:t>к.т.н., доцент каф ЭСВМ</a:t>
            </a:r>
            <a:endParaRPr lang="en-US" sz="3000">
              <a:solidFill>
                <a:schemeClr val="tx1"/>
              </a:solidFill>
            </a:endParaRPr>
          </a:p>
          <a:p>
            <a:pPr>
              <a:defRPr/>
            </a:pPr>
            <a:endParaRPr lang="ru-RU" sz="3000">
              <a:solidFill>
                <a:schemeClr val="tx1"/>
              </a:solidFill>
            </a:endParaRPr>
          </a:p>
          <a:p>
            <a:pPr>
              <a:defRPr/>
            </a:pPr>
            <a:r>
              <a:rPr lang="ru-RU" sz="3300" b="1" i="1">
                <a:solidFill>
                  <a:schemeClr val="accent5"/>
                </a:solidFill>
              </a:rPr>
              <a:t>Елена Владимировна Сидорова</a:t>
            </a:r>
            <a:endParaRPr/>
          </a:p>
          <a:p>
            <a:pPr>
              <a:defRPr/>
            </a:pPr>
            <a:endParaRPr lang="en-US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>
                <a:solidFill>
                  <a:schemeClr val="tx1"/>
                </a:solidFill>
              </a:rPr>
              <a:t>E-mail:</a:t>
            </a:r>
            <a:endParaRPr lang="ru-RU">
              <a:solidFill>
                <a:schemeClr val="tx2"/>
              </a:solidFill>
            </a:endParaRPr>
          </a:p>
          <a:p>
            <a:pPr>
              <a:defRPr/>
            </a:pPr>
            <a:r>
              <a:rPr lang="en-US" u="sng">
                <a:solidFill>
                  <a:schemeClr val="tx2"/>
                </a:solidFill>
                <a:hlinkClick r:id="rId2" tooltip="mailto:TV.09.03.02.NNTU@yandex.ru"/>
              </a:rPr>
              <a:t>TV.09.03.02.NNTU@yandex.ru</a:t>
            </a:r>
            <a:endParaRPr lang="en-US">
              <a:solidFill>
                <a:schemeClr val="tx2"/>
              </a:solidFill>
            </a:endParaRPr>
          </a:p>
          <a:p>
            <a:pPr>
              <a:defRPr/>
            </a:pPr>
            <a:endParaRPr lang="ru-RU">
              <a:solidFill>
                <a:schemeClr val="tx2"/>
              </a:solidFill>
            </a:endParaRPr>
          </a:p>
          <a:p>
            <a:pPr>
              <a:defRPr/>
            </a:pPr>
            <a:r>
              <a:rPr lang="ru-RU">
                <a:solidFill>
                  <a:schemeClr val="tx2"/>
                </a:solidFill>
              </a:rPr>
              <a:t>Аттестация: </a:t>
            </a:r>
            <a:endParaRPr/>
          </a:p>
          <a:p>
            <a:pPr>
              <a:defRPr/>
            </a:pPr>
            <a:r>
              <a:rPr lang="ru-RU" sz="3800" b="1" u="sng">
                <a:solidFill>
                  <a:srgbClr val="FF0000"/>
                </a:solidFill>
              </a:rPr>
              <a:t>экзамен</a:t>
            </a:r>
            <a:endParaRPr lang="ru-RU" sz="3800">
              <a:solidFill>
                <a:schemeClr val="tx2"/>
              </a:solidFill>
            </a:endParaRPr>
          </a:p>
          <a:p>
            <a:pPr>
              <a:defRPr/>
            </a:pPr>
            <a:endParaRPr lang="ru-RU">
              <a:solidFill>
                <a:schemeClr val="tx2"/>
              </a:solidFill>
            </a:endParaRPr>
          </a:p>
          <a:p>
            <a:pPr>
              <a:defRPr/>
            </a:pPr>
            <a:endParaRPr lang="ru-RU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algn="ctr">
              <a:defRPr/>
            </a:pPr>
            <a:r>
              <a:rPr lang="ru-RU" b="1" u="sng" cap="all">
                <a:solidFill>
                  <a:schemeClr val="accent2"/>
                </a:solidFill>
              </a:rPr>
              <a:t>Закон больших чисел и предельные теоремы</a:t>
            </a:r>
            <a:endParaRPr lang="ru-RU" b="1" u="sng">
              <a:solidFill>
                <a:schemeClr val="accent2"/>
              </a:solidFill>
            </a:endParaRPr>
          </a:p>
          <a:p>
            <a:pPr>
              <a:defRPr/>
            </a:pPr>
            <a:r>
              <a:rPr lang="ru-RU"/>
              <a:t> </a:t>
            </a:r>
            <a:endParaRPr/>
          </a:p>
          <a:p>
            <a:pPr>
              <a:buNone/>
              <a:defRPr/>
            </a:pP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CC3DD56-44D6-4410-A1D4-F947CD7B8BFD}" type="slidenum">
              <a:rPr lang="ru-RU"/>
              <a:t>2</a:t>
            </a:fld>
            <a:endParaRPr lang="ru-R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 b="1" u="sng"/>
              <a:t>Совокупное действие большого числа случайных факторов приводит к результату, почти не зависящему от случая.</a:t>
            </a:r>
            <a:endParaRPr lang="ru-RU"/>
          </a:p>
          <a:p>
            <a:pPr>
              <a:buNone/>
              <a:defRPr/>
            </a:pPr>
            <a:r>
              <a:rPr lang="ru-RU"/>
              <a:t>Другими словами, </a:t>
            </a:r>
            <a:endParaRPr lang="en-US"/>
          </a:p>
          <a:p>
            <a:pPr>
              <a:defRPr/>
            </a:pPr>
            <a:r>
              <a:rPr lang="ru-RU"/>
              <a:t>при большом числе случайных величин их средний результат перестает быть случайным и может быть предсказан с большой степенью определенности.</a:t>
            </a:r>
            <a:endParaRPr/>
          </a:p>
          <a:p>
            <a:pPr>
              <a:defRPr/>
            </a:pP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CC3DD56-44D6-4410-A1D4-F947CD7B8BFD}" type="slidenum">
              <a:rPr lang="ru-RU"/>
              <a:t>3</a:t>
            </a:fld>
            <a:endParaRPr lang="ru-RU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Неравенство Маркова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 bwMode="auto"/>
        <p:txBody>
          <a:bodyPr>
            <a:normAutofit fontScale="92500" lnSpcReduction="10000"/>
          </a:bodyPr>
          <a:lstStyle/>
          <a:p>
            <a:pPr>
              <a:buNone/>
              <a:defRPr/>
            </a:pPr>
            <a:r>
              <a:rPr lang="ru-RU" dirty="0"/>
              <a:t>Если случайная величина Х принимает </a:t>
            </a:r>
            <a:r>
              <a:rPr lang="ru-RU" u="sng" dirty="0"/>
              <a:t>только неотрицательные значения</a:t>
            </a:r>
            <a:r>
              <a:rPr lang="ru-RU" dirty="0"/>
              <a:t> и имеет математическое ожидание, то для любого </a:t>
            </a:r>
            <a:r>
              <a:rPr lang="ru-RU" u="sng" dirty="0"/>
              <a:t>положительного числа А</a:t>
            </a:r>
            <a:r>
              <a:rPr lang="ru-RU" dirty="0"/>
              <a:t> верно неравенство</a:t>
            </a:r>
            <a:endParaRPr dirty="0"/>
          </a:p>
          <a:p>
            <a:pPr>
              <a:buNone/>
              <a:defRPr/>
            </a:pPr>
            <a:endParaRPr lang="ru-RU" dirty="0"/>
          </a:p>
          <a:p>
            <a:pPr>
              <a:buNone/>
              <a:defRPr/>
            </a:pPr>
            <a:endParaRPr lang="ru-RU" b="1" dirty="0"/>
          </a:p>
          <a:p>
            <a:pPr>
              <a:buNone/>
              <a:defRPr/>
            </a:pPr>
            <a:r>
              <a:rPr lang="ru-RU" b="1" dirty="0"/>
              <a:t>или для противоположного события</a:t>
            </a:r>
            <a:endParaRPr dirty="0"/>
          </a:p>
          <a:p>
            <a:pPr>
              <a:buNone/>
              <a:defRPr/>
            </a:pPr>
            <a:endParaRPr lang="ru-RU" b="1" dirty="0"/>
          </a:p>
          <a:p>
            <a:pPr>
              <a:buNone/>
              <a:defRPr/>
            </a:pPr>
            <a:endParaRPr lang="ru-RU" b="1" dirty="0"/>
          </a:p>
          <a:p>
            <a:pPr>
              <a:buNone/>
              <a:defRPr/>
            </a:pPr>
            <a:r>
              <a:rPr lang="ru-RU" sz="2600" dirty="0"/>
              <a:t>Неравенство Маркова применимо и к дискретным, и к непрерывным случайным величинам.</a:t>
            </a:r>
            <a:endParaRPr lang="ru-RU" dirty="0"/>
          </a:p>
          <a:p>
            <a:pPr>
              <a:buNone/>
              <a:defRPr/>
            </a:pPr>
            <a:endParaRPr lang="ru-RU" dirty="0"/>
          </a:p>
          <a:p>
            <a:pPr>
              <a:buNone/>
              <a:defRPr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CC3DD56-44D6-4410-A1D4-F947CD7B8BFD}" type="slidenum">
              <a:rPr lang="ru-RU"/>
              <a:t>4</a:t>
            </a:fld>
            <a:endParaRPr lang="ru-RU"/>
          </a:p>
        </p:txBody>
      </p:sp>
      <p:pic>
        <p:nvPicPr>
          <p:cNvPr id="8" name="Рисунок 7" descr="Изображение выглядит как Шрифт, рукописный текст, текст, типограф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050A525-CDD0-CD71-1BDA-AFF98102D5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3393" y="3329619"/>
            <a:ext cx="2898807" cy="963477"/>
          </a:xfrm>
          <a:prstGeom prst="rect">
            <a:avLst/>
          </a:prstGeom>
        </p:spPr>
      </p:pic>
      <p:pic>
        <p:nvPicPr>
          <p:cNvPr id="10" name="Рисунок 9" descr="Изображение выглядит как Шрифт, рукописный текст, снимок экрана, текс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27C5191-67A3-C30F-81BC-B37FD086B0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4272" y="4681030"/>
            <a:ext cx="3605960" cy="8222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Неравенство Маркова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 b="1" u="sng"/>
              <a:t>Задача:</a:t>
            </a:r>
            <a:endParaRPr lang="ru-RU"/>
          </a:p>
          <a:p>
            <a:pPr>
              <a:defRPr/>
            </a:pPr>
            <a:r>
              <a:rPr lang="ru-RU"/>
              <a:t>Среднее число вызовов, поступающих на станцию скорой помощи в течение часа, равно 300. Оценить вероятность того, что в течение следующего часа число вызовов</a:t>
            </a:r>
            <a:endParaRPr/>
          </a:p>
          <a:p>
            <a:pPr>
              <a:defRPr/>
            </a:pPr>
            <a:r>
              <a:rPr lang="ru-RU"/>
              <a:t>а) превысит 400;</a:t>
            </a:r>
            <a:endParaRPr/>
          </a:p>
          <a:p>
            <a:pPr>
              <a:defRPr/>
            </a:pPr>
            <a:r>
              <a:rPr lang="ru-RU"/>
              <a:t>б) будет не более 500.</a:t>
            </a:r>
            <a:endParaRPr/>
          </a:p>
          <a:p>
            <a:pPr>
              <a:buNone/>
              <a:defRPr/>
            </a:pP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CC3DD56-44D6-4410-A1D4-F947CD7B8BFD}" type="slidenum">
              <a:rPr lang="ru-RU"/>
              <a:t>5</a:t>
            </a:fld>
            <a:endParaRPr lang="ru-RU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>
              <a:defRPr/>
            </a:pPr>
            <a:r>
              <a:rPr lang="ru-RU"/>
              <a:t>а) превысит 400;</a:t>
            </a:r>
            <a:br>
              <a:rPr lang="ru-RU"/>
            </a:b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 b="1" u="sng"/>
              <a:t>Решение:</a:t>
            </a:r>
            <a:endParaRPr/>
          </a:p>
          <a:p>
            <a:pPr>
              <a:defRPr/>
            </a:pPr>
            <a:endParaRPr lang="ru-RU" b="1" u="sng"/>
          </a:p>
          <a:p>
            <a:pPr>
              <a:buNone/>
              <a:defRPr/>
            </a:pPr>
            <a:endParaRPr lang="ru-RU"/>
          </a:p>
          <a:p>
            <a:pPr>
              <a:buNone/>
              <a:defRPr/>
            </a:pPr>
            <a:endParaRPr lang="ru-RU"/>
          </a:p>
          <a:p>
            <a:pPr>
              <a:buNone/>
              <a:defRPr/>
            </a:pPr>
            <a:endParaRPr lang="ru-RU"/>
          </a:p>
          <a:p>
            <a:pPr>
              <a:buNone/>
              <a:defRPr/>
            </a:pPr>
            <a:endParaRPr lang="ru-RU"/>
          </a:p>
          <a:p>
            <a:pPr>
              <a:buNone/>
              <a:defRPr/>
            </a:pP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CC3DD56-44D6-4410-A1D4-F947CD7B8BFD}" type="slidenum">
              <a:rPr lang="ru-RU"/>
              <a:t>6</a:t>
            </a:fld>
            <a:endParaRPr lang="ru-RU"/>
          </a:p>
        </p:txBody>
      </p:sp>
      <p:pic>
        <p:nvPicPr>
          <p:cNvPr id="305155" name="Picture 3"/>
          <p:cNvPicPr>
            <a:picLocks noChangeAspect="1" noChangeArrowheads="1"/>
          </p:cNvPicPr>
          <p:nvPr/>
        </p:nvPicPr>
        <p:blipFill>
          <a:blip r:embed="rId2"/>
          <a:stretch/>
        </p:blipFill>
        <p:spPr bwMode="auto">
          <a:xfrm>
            <a:off x="501650" y="2657475"/>
            <a:ext cx="8140700" cy="154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>
              <a:defRPr/>
            </a:pPr>
            <a:r>
              <a:rPr lang="ru-RU"/>
              <a:t>б) будет не более 500.</a:t>
            </a:r>
            <a:br>
              <a:rPr lang="ru-RU"/>
            </a:b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CC3DD56-44D6-4410-A1D4-F947CD7B8BFD}" type="slidenum">
              <a:rPr lang="ru-RU"/>
              <a:t>7</a:t>
            </a:fld>
            <a:endParaRPr lang="ru-RU"/>
          </a:p>
        </p:txBody>
      </p:sp>
      <p:pic>
        <p:nvPicPr>
          <p:cNvPr id="30617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tretch/>
        </p:blipFill>
        <p:spPr bwMode="auto">
          <a:xfrm>
            <a:off x="357158" y="1571612"/>
            <a:ext cx="8229600" cy="20002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Неравенство Чебышева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 dirty="0"/>
              <a:t>Для любой случайной величины, имеющей математическое ожидание и дисперсию, справедливо неравенство Чебышева</a:t>
            </a:r>
            <a:endParaRPr dirty="0"/>
          </a:p>
          <a:p>
            <a:pPr>
              <a:defRPr/>
            </a:pPr>
            <a:endParaRPr lang="ru-RU" dirty="0"/>
          </a:p>
          <a:p>
            <a:pPr>
              <a:defRPr/>
            </a:pPr>
            <a:r>
              <a:rPr lang="ru-RU" b="1" dirty="0"/>
              <a:t>или для противоположного события </a:t>
            </a:r>
          </a:p>
          <a:p>
            <a:pPr>
              <a:defRPr/>
            </a:pPr>
            <a:endParaRPr lang="ru-RU" dirty="0"/>
          </a:p>
          <a:p>
            <a:pPr>
              <a:defRPr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CC3DD56-44D6-4410-A1D4-F947CD7B8BFD}" type="slidenum">
              <a:rPr lang="ru-RU"/>
              <a:t>8</a:t>
            </a:fld>
            <a:endParaRPr lang="ru-RU"/>
          </a:p>
        </p:txBody>
      </p:sp>
      <p:pic>
        <p:nvPicPr>
          <p:cNvPr id="8" name="Рисунок 7" descr="Изображение выглядит как рукописный текст, Шрифт, каллиграфия, текс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06A5F73-018D-1F9B-E650-E543B1D870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329" y="3331929"/>
            <a:ext cx="3459903" cy="848958"/>
          </a:xfrm>
          <a:prstGeom prst="rect">
            <a:avLst/>
          </a:prstGeom>
        </p:spPr>
      </p:pic>
      <p:pic>
        <p:nvPicPr>
          <p:cNvPr id="10" name="Рисунок 9" descr="Изображение выглядит как Шрифт, рукописный текст, типография, текс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C2D1509-5EDB-4854-E931-F8EA1D487F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3580" y="4721400"/>
            <a:ext cx="4803667" cy="12278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>
              <a:defRPr/>
            </a:pPr>
            <a:r>
              <a:rPr lang="ru-RU"/>
              <a:t>Частные случаи неравенства Чебышева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 dirty="0"/>
              <a:t>а) Для случайной величины </a:t>
            </a:r>
            <a:r>
              <a:rPr lang="ru-RU" i="1" dirty="0"/>
              <a:t>Х=m</a:t>
            </a:r>
            <a:r>
              <a:rPr lang="ru-RU" dirty="0"/>
              <a:t>, имеющей биноминальный закон распределения с матожиданием </a:t>
            </a:r>
            <a:r>
              <a:rPr lang="ru-RU" i="1" dirty="0"/>
              <a:t>M[X]=</a:t>
            </a:r>
            <a:r>
              <a:rPr lang="en-US" i="1" dirty="0"/>
              <a:t>np</a:t>
            </a:r>
            <a:r>
              <a:rPr lang="en-US" dirty="0"/>
              <a:t> </a:t>
            </a:r>
            <a:r>
              <a:rPr lang="ru-RU" dirty="0"/>
              <a:t>и дисперсией </a:t>
            </a:r>
            <a:r>
              <a:rPr lang="en-US" i="1" dirty="0"/>
              <a:t>D</a:t>
            </a:r>
            <a:r>
              <a:rPr lang="ru-RU" i="1" dirty="0"/>
              <a:t>[</a:t>
            </a:r>
            <a:r>
              <a:rPr lang="en-US" i="1" dirty="0"/>
              <a:t>X</a:t>
            </a:r>
            <a:r>
              <a:rPr lang="ru-RU" i="1" dirty="0"/>
              <a:t>]=</a:t>
            </a:r>
            <a:r>
              <a:rPr lang="en-US" i="1" dirty="0"/>
              <a:t>npq</a:t>
            </a:r>
            <a:r>
              <a:rPr lang="en-US" dirty="0"/>
              <a:t> </a:t>
            </a:r>
            <a:r>
              <a:rPr lang="ru-RU" dirty="0"/>
              <a:t>:</a:t>
            </a:r>
            <a:endParaRPr dirty="0"/>
          </a:p>
          <a:p>
            <a:pPr>
              <a:defRPr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CC3DD56-44D6-4410-A1D4-F947CD7B8BFD}" type="slidenum">
              <a:rPr lang="ru-RU"/>
              <a:t>9</a:t>
            </a:fld>
            <a:endParaRPr lang="ru-RU"/>
          </a:p>
        </p:txBody>
      </p:sp>
      <p:pic>
        <p:nvPicPr>
          <p:cNvPr id="7" name="Рисунок 6" descr="Изображение выглядит как рукописный текст, Шрифт, текст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64B5A73-A8A1-0884-42E3-A08843F850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6468" y="4238662"/>
            <a:ext cx="5131064" cy="120656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>
              <a:defRPr/>
            </a:pPr>
            <a:r>
              <a:rPr lang="ru-RU"/>
              <a:t>Частные случаи неравенства Чебышева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 dirty="0"/>
              <a:t>б) Для частости (относительной частоты)        события в </a:t>
            </a:r>
            <a:r>
              <a:rPr lang="en-US" i="1" dirty="0"/>
              <a:t>n</a:t>
            </a:r>
            <a:r>
              <a:rPr lang="ru-RU" dirty="0"/>
              <a:t> независимых испытаниях, в каждом из которых оно может произойти с одной и той же вероятностью </a:t>
            </a:r>
            <a:r>
              <a:rPr lang="ru-RU" i="1" dirty="0"/>
              <a:t>р</a:t>
            </a:r>
            <a:r>
              <a:rPr lang="ru-RU" dirty="0"/>
              <a:t>=</a:t>
            </a:r>
            <a:r>
              <a:rPr lang="en-US" i="1" dirty="0"/>
              <a:t>M</a:t>
            </a:r>
            <a:r>
              <a:rPr lang="ru-RU" dirty="0"/>
              <a:t>[     ] и имеющей дисперсию </a:t>
            </a:r>
          </a:p>
          <a:p>
            <a:pPr>
              <a:defRPr/>
            </a:pPr>
            <a:endParaRPr lang="ru-RU" dirty="0"/>
          </a:p>
          <a:p>
            <a:pPr>
              <a:defRPr/>
            </a:pPr>
            <a:endParaRPr lang="ru-RU" dirty="0"/>
          </a:p>
          <a:p>
            <a:pPr>
              <a:buNone/>
              <a:defRPr/>
            </a:pPr>
            <a:r>
              <a:rPr lang="ru-RU" dirty="0"/>
              <a:t>                            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CC3DD56-44D6-4410-A1D4-F947CD7B8BFD}" type="slidenum">
              <a:rPr lang="ru-RU"/>
              <a:t>10</a:t>
            </a:fld>
            <a:endParaRPr lang="ru-RU"/>
          </a:p>
        </p:txBody>
      </p:sp>
      <p:pic>
        <p:nvPicPr>
          <p:cNvPr id="309256" name="Picture 8"/>
          <p:cNvPicPr>
            <a:picLocks noChangeAspect="1" noChangeArrowheads="1"/>
          </p:cNvPicPr>
          <p:nvPr/>
        </p:nvPicPr>
        <p:blipFill>
          <a:blip r:embed="rId2"/>
          <a:stretch/>
        </p:blipFill>
        <p:spPr bwMode="auto">
          <a:xfrm>
            <a:off x="3000364" y="4286256"/>
            <a:ext cx="1952625" cy="9286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9258" name="Picture 10"/>
          <p:cNvPicPr>
            <a:picLocks noChangeAspect="1" noChangeArrowheads="1"/>
          </p:cNvPicPr>
          <p:nvPr/>
        </p:nvPicPr>
        <p:blipFill>
          <a:blip r:embed="rId3"/>
          <a:stretch/>
        </p:blipFill>
        <p:spPr bwMode="auto">
          <a:xfrm>
            <a:off x="1000100" y="5357826"/>
            <a:ext cx="3648074" cy="1266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427D47C4-E3E5-1947-6E11-D8B145B6F8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16181" y="2204864"/>
            <a:ext cx="215911" cy="552478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7987E4FE-6C33-2C07-3708-3E1B87E3A9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8174" y="3633138"/>
            <a:ext cx="215911" cy="55247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Неравенство Чебышева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 b="1" u="sng"/>
              <a:t>Задача:</a:t>
            </a:r>
            <a:endParaRPr lang="ru-RU"/>
          </a:p>
          <a:p>
            <a:pPr>
              <a:defRPr/>
            </a:pPr>
            <a:r>
              <a:rPr lang="ru-RU"/>
              <a:t>Средний расход воды на производстве составляет 1000 л в день, а среднее квадратическое отклонение σ этой величины не превышает 200 л.</a:t>
            </a:r>
            <a:endParaRPr/>
          </a:p>
          <a:p>
            <a:pPr>
              <a:defRPr/>
            </a:pPr>
            <a:r>
              <a:rPr lang="ru-RU"/>
              <a:t>Оценить вероятность того, что расход воды на производстве в любой выбранный день не превысит 2000 л.</a:t>
            </a:r>
            <a:endParaRPr/>
          </a:p>
          <a:p>
            <a:pPr>
              <a:defRPr/>
            </a:pP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CC3DD56-44D6-4410-A1D4-F947CD7B8BFD}" type="slidenum">
              <a:rPr lang="ru-RU"/>
              <a:t>11</a:t>
            </a:fld>
            <a:endParaRPr lang="ru-RU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Неравенство Чебышева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CC3DD56-44D6-4410-A1D4-F947CD7B8BFD}" type="slidenum">
              <a:rPr lang="ru-RU"/>
              <a:t>12</a:t>
            </a:fld>
            <a:endParaRPr lang="ru-RU"/>
          </a:p>
        </p:txBody>
      </p:sp>
      <p:pic>
        <p:nvPicPr>
          <p:cNvPr id="3102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tretch/>
        </p:blipFill>
        <p:spPr bwMode="auto">
          <a:xfrm>
            <a:off x="357158" y="1500174"/>
            <a:ext cx="8229600" cy="33635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>
              <a:defRPr/>
            </a:pPr>
            <a:r>
              <a:rPr lang="ru-RU" b="1"/>
              <a:t>Закон больших чисел </a:t>
            </a:r>
            <a:br>
              <a:rPr lang="ru-RU" b="1"/>
            </a:br>
            <a:r>
              <a:rPr lang="ru-RU" b="1"/>
              <a:t>(теорема Чебышева)</a:t>
            </a: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CC3DD56-44D6-4410-A1D4-F947CD7B8BFD}" type="slidenum">
              <a:rPr lang="ru-RU"/>
              <a:t>13</a:t>
            </a:fld>
            <a:endParaRPr lang="ru-RU"/>
          </a:p>
        </p:txBody>
      </p:sp>
      <p:pic>
        <p:nvPicPr>
          <p:cNvPr id="3112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tretch/>
        </p:blipFill>
        <p:spPr bwMode="auto">
          <a:xfrm>
            <a:off x="357158" y="1785926"/>
            <a:ext cx="8572560" cy="21431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11299" name="Picture 3"/>
          <p:cNvPicPr>
            <a:picLocks noChangeAspect="1" noChangeArrowheads="1"/>
          </p:cNvPicPr>
          <p:nvPr/>
        </p:nvPicPr>
        <p:blipFill>
          <a:blip r:embed="rId3"/>
          <a:stretch/>
        </p:blipFill>
        <p:spPr bwMode="auto">
          <a:xfrm>
            <a:off x="357158" y="4143380"/>
            <a:ext cx="8572560" cy="2222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>
              <a:defRPr/>
            </a:pPr>
            <a:r>
              <a:rPr lang="ru-RU" b="1"/>
              <a:t>Теорема Бернулли</a:t>
            </a:r>
            <a:br>
              <a:rPr lang="ru-RU"/>
            </a:b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CC3DD56-44D6-4410-A1D4-F947CD7B8BFD}" type="slidenum">
              <a:rPr lang="ru-RU"/>
              <a:t>14</a:t>
            </a:fld>
            <a:endParaRPr lang="ru-RU"/>
          </a:p>
        </p:txBody>
      </p:sp>
      <p:pic>
        <p:nvPicPr>
          <p:cNvPr id="3123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tretch/>
        </p:blipFill>
        <p:spPr bwMode="auto">
          <a:xfrm>
            <a:off x="357158" y="1785926"/>
            <a:ext cx="8229600" cy="2865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>
              <a:defRPr/>
            </a:pPr>
            <a:r>
              <a:rPr lang="ru-RU" b="1"/>
              <a:t>Теорема Пуассона</a:t>
            </a:r>
            <a:br>
              <a:rPr lang="ru-RU"/>
            </a:b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CC3DD56-44D6-4410-A1D4-F947CD7B8BFD}" type="slidenum">
              <a:rPr lang="ru-RU"/>
              <a:t>15</a:t>
            </a:fld>
            <a:endParaRPr lang="ru-RU"/>
          </a:p>
        </p:txBody>
      </p:sp>
      <p:pic>
        <p:nvPicPr>
          <p:cNvPr id="3133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tretch/>
        </p:blipFill>
        <p:spPr bwMode="auto">
          <a:xfrm>
            <a:off x="357158" y="1643050"/>
            <a:ext cx="8443914" cy="20002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13347" name="Picture 3"/>
          <p:cNvPicPr>
            <a:picLocks noChangeAspect="1" noChangeArrowheads="1"/>
          </p:cNvPicPr>
          <p:nvPr/>
        </p:nvPicPr>
        <p:blipFill>
          <a:blip r:embed="rId3"/>
          <a:stretch/>
        </p:blipFill>
        <p:spPr bwMode="auto">
          <a:xfrm>
            <a:off x="285720" y="5286388"/>
            <a:ext cx="8572560" cy="11430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>
              <a:defRPr/>
            </a:pPr>
            <a:r>
              <a:rPr lang="ru-RU" b="1"/>
              <a:t>Центральная предельная теорема (теорема Ляпунова)</a:t>
            </a: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CC3DD56-44D6-4410-A1D4-F947CD7B8BFD}" type="slidenum">
              <a:rPr lang="ru-RU"/>
              <a:t>16</a:t>
            </a:fld>
            <a:endParaRPr lang="ru-RU"/>
          </a:p>
        </p:txBody>
      </p:sp>
      <p:pic>
        <p:nvPicPr>
          <p:cNvPr id="3143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tretch/>
        </p:blipFill>
        <p:spPr bwMode="auto">
          <a:xfrm>
            <a:off x="428596" y="1714488"/>
            <a:ext cx="8286808" cy="26432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Важно!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 b="1">
                <a:solidFill>
                  <a:schemeClr val="accent2"/>
                </a:solidFill>
              </a:rPr>
              <a:t>Нормальный закон</a:t>
            </a:r>
            <a:r>
              <a:rPr lang="ru-RU">
                <a:solidFill>
                  <a:schemeClr val="accent2"/>
                </a:solidFill>
              </a:rPr>
              <a:t> </a:t>
            </a:r>
            <a:r>
              <a:rPr lang="ru-RU"/>
              <a:t>распределения является </a:t>
            </a:r>
            <a:r>
              <a:rPr lang="ru-RU" b="1" u="sng"/>
              <a:t>предельным законом</a:t>
            </a:r>
            <a:r>
              <a:rPr lang="ru-RU"/>
              <a:t>, к которому при определенных условиях стремится </a:t>
            </a:r>
            <a:r>
              <a:rPr lang="ru-RU" b="1"/>
              <a:t>сумма случайных величин с любыми законами распределения.</a:t>
            </a:r>
            <a:endParaRPr lang="ru-RU"/>
          </a:p>
          <a:p>
            <a:pPr>
              <a:defRPr/>
            </a:pPr>
            <a:r>
              <a:rPr lang="ru-RU"/>
              <a:t> </a:t>
            </a:r>
            <a:endParaRPr/>
          </a:p>
          <a:p>
            <a:pPr>
              <a:defRPr/>
            </a:pP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CC3DD56-44D6-4410-A1D4-F947CD7B8BFD}" type="slidenum">
              <a:rPr lang="ru-RU"/>
              <a:t>17</a:t>
            </a:fld>
            <a:endParaRPr lang="ru-RU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На сегодня все, всем спасибо за внимание!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CC3DD56-44D6-4410-A1D4-F947CD7B8BFD}" type="slidenum">
              <a:rPr lang="ru-RU"/>
              <a:t>18</a:t>
            </a:fld>
            <a:endParaRPr lang="ru-RU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g"/></Relationships>
</file>

<file path=ppt/theme/theme1.xml><?xml version="1.0" encoding="utf-8"?>
<a:theme xmlns:a="http://schemas.openxmlformats.org/drawingml/2006/main" name="Литейная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Литейная">
      <a:majorFont>
        <a:latin typeface="Rockwell"/>
        <a:ea typeface="Arial"/>
        <a:cs typeface="Arial"/>
      </a:majorFont>
      <a:minorFont>
        <a:latin typeface="Rockwell"/>
        <a:ea typeface="Arial"/>
        <a:cs typeface="Arial"/>
      </a:minorFont>
    </a:fontScheme>
    <a:fmtScheme name="Литейная">
      <a:fillStyleLst>
        <a:solidFill>
          <a:schemeClr val="phClr"/>
        </a:solidFill>
        <a:gradFill>
          <a:gsLst>
            <a:gs pos="0">
              <a:schemeClr val="phClr">
                <a:tint val="70000"/>
                <a:satMod val="180000"/>
              </a:schemeClr>
            </a:gs>
            <a:gs pos="62000">
              <a:schemeClr val="phClr">
                <a:tint val="30000"/>
                <a:satMod val="180000"/>
              </a:schemeClr>
            </a:gs>
            <a:gs pos="100000">
              <a:schemeClr val="phClr">
                <a:tint val="22000"/>
                <a:satMod val="180000"/>
              </a:schemeClr>
            </a:gs>
          </a:gsLst>
          <a:lin ang="16200000" scaled="0"/>
        </a:gradFill>
        <a:gradFill>
          <a:gsLst>
            <a:gs pos="0">
              <a:schemeClr val="phClr">
                <a:shade val="58000"/>
                <a:satMod val="150000"/>
              </a:schemeClr>
            </a:gs>
            <a:gs pos="72000">
              <a:schemeClr val="phClr">
                <a:tint val="90000"/>
                <a:satMod val="135000"/>
              </a:schemeClr>
            </a:gs>
            <a:gs pos="100000">
              <a:schemeClr val="phClr">
                <a:tint val="8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80000"/>
            </a:schemeClr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75000"/>
                <a:satMod val="400000"/>
              </a:schemeClr>
            </a:gs>
            <a:gs pos="20000">
              <a:schemeClr val="phClr">
                <a:tint val="80000"/>
                <a:satMod val="355000"/>
              </a:schemeClr>
            </a:gs>
            <a:gs pos="100000">
              <a:schemeClr val="phClr">
                <a:tint val="95000"/>
                <a:shade val="55000"/>
                <a:satMod val="355000"/>
              </a:schemeClr>
            </a:gs>
          </a:gsLst>
          <a:path path="circle"/>
        </a:gradFill>
        <a:blipFill>
          <a:blip xmlns:r="http://schemas.openxmlformats.org/officeDocument/2006/relationships" r:embed="rId1">
            <a:duotone>
              <a:schemeClr val="phClr">
                <a:shade val="30000"/>
                <a:satMod val="120000"/>
              </a:schemeClr>
              <a:schemeClr val="phClr">
                <a:tint val="70000"/>
                <a:satMod val="250000"/>
              </a:schemeClr>
            </a:duotone>
          </a:blip>
          <a:tile tx="0" ty="0" sx="50000" sy="50000" flip="none" algn="t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Foundry</Template>
  <TotalTime>4</TotalTime>
  <Words>391</Words>
  <Application>Microsoft Office PowerPoint</Application>
  <DocSecurity>0</DocSecurity>
  <PresentationFormat>Экран (4:3)</PresentationFormat>
  <Paragraphs>77</Paragraphs>
  <Slides>18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21" baseType="lpstr">
      <vt:lpstr>Rockwell</vt:lpstr>
      <vt:lpstr>Wingdings 2</vt:lpstr>
      <vt:lpstr>Литейная</vt:lpstr>
      <vt:lpstr>Теория вероятностей и математическая статистика. Лекция 7</vt:lpstr>
      <vt:lpstr>Презентация PowerPoint</vt:lpstr>
      <vt:lpstr>Презентация PowerPoint</vt:lpstr>
      <vt:lpstr>Неравенство Маркова</vt:lpstr>
      <vt:lpstr>Неравенство Маркова</vt:lpstr>
      <vt:lpstr>а) превысит 400; </vt:lpstr>
      <vt:lpstr>б) будет не более 500. </vt:lpstr>
      <vt:lpstr>Неравенство Чебышева</vt:lpstr>
      <vt:lpstr>Частные случаи неравенства Чебышева</vt:lpstr>
      <vt:lpstr>Частные случаи неравенства Чебышева</vt:lpstr>
      <vt:lpstr>Неравенство Чебышева</vt:lpstr>
      <vt:lpstr>Неравенство Чебышева</vt:lpstr>
      <vt:lpstr>Закон больших чисел  (теорема Чебышева)</vt:lpstr>
      <vt:lpstr>Теорема Бернулли </vt:lpstr>
      <vt:lpstr>Теорема Пуассона </vt:lpstr>
      <vt:lpstr>Центральная предельная теорема (теорема Ляпунова)</vt:lpstr>
      <vt:lpstr>Важно!</vt:lpstr>
      <vt:lpstr>Презентация PowerPoint</vt:lpstr>
    </vt:vector>
  </TitlesOfParts>
  <Manager/>
  <Company>Reanimator Extreme Edition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Теория вероятностей и математическая статистика</dc:title>
  <dc:subject/>
  <dc:creator>Elena</dc:creator>
  <cp:keywords/>
  <dc:description/>
  <cp:lastModifiedBy>e s</cp:lastModifiedBy>
  <cp:revision>200</cp:revision>
  <dcterms:created xsi:type="dcterms:W3CDTF">2021-02-04T09:02:28Z</dcterms:created>
  <dcterms:modified xsi:type="dcterms:W3CDTF">2026-02-16T08:58:16Z</dcterms:modified>
  <cp:category/>
  <dc:identifier/>
  <cp:contentStatus/>
  <dc:language/>
  <cp:version/>
</cp:coreProperties>
</file>