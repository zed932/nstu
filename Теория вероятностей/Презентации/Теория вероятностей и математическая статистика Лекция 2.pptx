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sldIdLst>
    <p:sldId id="256" r:id="rId2"/>
    <p:sldId id="292" r:id="rId3"/>
    <p:sldId id="321" r:id="rId4"/>
    <p:sldId id="322" r:id="rId5"/>
    <p:sldId id="293" r:id="rId6"/>
    <p:sldId id="323" r:id="rId7"/>
    <p:sldId id="294" r:id="rId8"/>
    <p:sldId id="295" r:id="rId9"/>
    <p:sldId id="296" r:id="rId10"/>
    <p:sldId id="297" r:id="rId11"/>
    <p:sldId id="299" r:id="rId12"/>
    <p:sldId id="306" r:id="rId13"/>
    <p:sldId id="301" r:id="rId14"/>
    <p:sldId id="303" r:id="rId15"/>
    <p:sldId id="302" r:id="rId16"/>
    <p:sldId id="307" r:id="rId17"/>
    <p:sldId id="304" r:id="rId18"/>
    <p:sldId id="305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290" r:id="rId3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9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 s" userId="b32979be72172c5e" providerId="LiveId" clId="{1A9D4396-1918-4F43-B4DF-954C8EB3F697}"/>
    <pc:docChg chg="undo custSel addSld delSld modSld">
      <pc:chgData name="e s" userId="b32979be72172c5e" providerId="LiveId" clId="{1A9D4396-1918-4F43-B4DF-954C8EB3F697}" dt="2026-02-16T08:00:54.915" v="360" actId="1036"/>
      <pc:docMkLst>
        <pc:docMk/>
      </pc:docMkLst>
      <pc:sldChg chg="modSp mod">
        <pc:chgData name="e s" userId="b32979be72172c5e" providerId="LiveId" clId="{1A9D4396-1918-4F43-B4DF-954C8EB3F697}" dt="2026-02-16T07:51:05.951" v="221" actId="113"/>
        <pc:sldMkLst>
          <pc:docMk/>
          <pc:sldMk cId="0" sldId="292"/>
        </pc:sldMkLst>
        <pc:spChg chg="mod">
          <ac:chgData name="e s" userId="b32979be72172c5e" providerId="LiveId" clId="{1A9D4396-1918-4F43-B4DF-954C8EB3F697}" dt="2026-02-16T07:51:05.951" v="221" actId="113"/>
          <ac:spMkLst>
            <pc:docMk/>
            <pc:sldMk cId="0" sldId="292"/>
            <ac:spMk id="3" creationId="{00000000-0000-0000-0000-000000000000}"/>
          </ac:spMkLst>
        </pc:spChg>
      </pc:sldChg>
      <pc:sldChg chg="addSp delSp modSp mod">
        <pc:chgData name="e s" userId="b32979be72172c5e" providerId="LiveId" clId="{1A9D4396-1918-4F43-B4DF-954C8EB3F697}" dt="2026-02-16T08:00:01.621" v="328" actId="207"/>
        <pc:sldMkLst>
          <pc:docMk/>
          <pc:sldMk cId="0" sldId="293"/>
        </pc:sldMkLst>
        <pc:spChg chg="mod">
          <ac:chgData name="e s" userId="b32979be72172c5e" providerId="LiveId" clId="{1A9D4396-1918-4F43-B4DF-954C8EB3F697}" dt="2026-02-16T07:56:37.224" v="253"/>
          <ac:spMkLst>
            <pc:docMk/>
            <pc:sldMk cId="0" sldId="293"/>
            <ac:spMk id="2" creationId="{00000000-0000-0000-0000-000000000000}"/>
          </ac:spMkLst>
        </pc:spChg>
        <pc:spChg chg="mod">
          <ac:chgData name="e s" userId="b32979be72172c5e" providerId="LiveId" clId="{1A9D4396-1918-4F43-B4DF-954C8EB3F697}" dt="2026-02-16T08:00:01.621" v="328" actId="207"/>
          <ac:spMkLst>
            <pc:docMk/>
            <pc:sldMk cId="0" sldId="293"/>
            <ac:spMk id="3" creationId="{00000000-0000-0000-0000-000000000000}"/>
          </ac:spMkLst>
        </pc:spChg>
        <pc:spChg chg="add mod">
          <ac:chgData name="e s" userId="b32979be72172c5e" providerId="LiveId" clId="{1A9D4396-1918-4F43-B4DF-954C8EB3F697}" dt="2026-02-16T07:56:15.531" v="250" actId="122"/>
          <ac:spMkLst>
            <pc:docMk/>
            <pc:sldMk cId="0" sldId="293"/>
            <ac:spMk id="23" creationId="{0FE57F43-1F75-2690-D4AC-AAD86F18DC5E}"/>
          </ac:spMkLst>
        </pc:spChg>
        <pc:inkChg chg="add">
          <ac:chgData name="e s" userId="b32979be72172c5e" providerId="LiveId" clId="{1A9D4396-1918-4F43-B4DF-954C8EB3F697}" dt="2026-02-16T07:52:41.080" v="222" actId="9405"/>
          <ac:inkMkLst>
            <pc:docMk/>
            <pc:sldMk cId="0" sldId="293"/>
            <ac:inkMk id="5" creationId="{A5B52594-4197-2B88-2B09-E35EA8F1B840}"/>
          </ac:inkMkLst>
        </pc:inkChg>
        <pc:inkChg chg="add">
          <ac:chgData name="e s" userId="b32979be72172c5e" providerId="LiveId" clId="{1A9D4396-1918-4F43-B4DF-954C8EB3F697}" dt="2026-02-16T07:52:42.213" v="223" actId="9405"/>
          <ac:inkMkLst>
            <pc:docMk/>
            <pc:sldMk cId="0" sldId="293"/>
            <ac:inkMk id="7" creationId="{040A8A52-F8A4-F4CE-093C-0BADB2CEA403}"/>
          </ac:inkMkLst>
        </pc:inkChg>
        <pc:inkChg chg="add">
          <ac:chgData name="e s" userId="b32979be72172c5e" providerId="LiveId" clId="{1A9D4396-1918-4F43-B4DF-954C8EB3F697}" dt="2026-02-16T07:52:43.463" v="224" actId="9405"/>
          <ac:inkMkLst>
            <pc:docMk/>
            <pc:sldMk cId="0" sldId="293"/>
            <ac:inkMk id="9" creationId="{49F0CE7C-B8C5-C6F7-A8FA-91807C55DFC4}"/>
          </ac:inkMkLst>
        </pc:inkChg>
        <pc:inkChg chg="add del">
          <ac:chgData name="e s" userId="b32979be72172c5e" providerId="LiveId" clId="{1A9D4396-1918-4F43-B4DF-954C8EB3F697}" dt="2026-02-16T07:52:48.687" v="226" actId="9405"/>
          <ac:inkMkLst>
            <pc:docMk/>
            <pc:sldMk cId="0" sldId="293"/>
            <ac:inkMk id="10" creationId="{4F1291B3-B031-0D1A-E0E7-46F35EF091B1}"/>
          </ac:inkMkLst>
        </pc:inkChg>
        <pc:inkChg chg="add">
          <ac:chgData name="e s" userId="b32979be72172c5e" providerId="LiveId" clId="{1A9D4396-1918-4F43-B4DF-954C8EB3F697}" dt="2026-02-16T07:52:51.715" v="227" actId="9405"/>
          <ac:inkMkLst>
            <pc:docMk/>
            <pc:sldMk cId="0" sldId="293"/>
            <ac:inkMk id="16" creationId="{81F03B0C-9792-ACBA-2C16-AA56DE7F8E7E}"/>
          </ac:inkMkLst>
        </pc:inkChg>
        <pc:inkChg chg="add del">
          <ac:chgData name="e s" userId="b32979be72172c5e" providerId="LiveId" clId="{1A9D4396-1918-4F43-B4DF-954C8EB3F697}" dt="2026-02-16T07:52:53.914" v="229"/>
          <ac:inkMkLst>
            <pc:docMk/>
            <pc:sldMk cId="0" sldId="293"/>
            <ac:inkMk id="17" creationId="{6AF4A600-4461-F11F-65DA-F241425E15BB}"/>
          </ac:inkMkLst>
        </pc:inkChg>
        <pc:inkChg chg="add mod">
          <ac:chgData name="e s" userId="b32979be72172c5e" providerId="LiveId" clId="{1A9D4396-1918-4F43-B4DF-954C8EB3F697}" dt="2026-02-16T07:52:54.387" v="230"/>
          <ac:inkMkLst>
            <pc:docMk/>
            <pc:sldMk cId="0" sldId="293"/>
            <ac:inkMk id="18" creationId="{C3A35A96-ECCA-A3E7-5169-8759BB16408E}"/>
          </ac:inkMkLst>
        </pc:inkChg>
        <pc:inkChg chg="add">
          <ac:chgData name="e s" userId="b32979be72172c5e" providerId="LiveId" clId="{1A9D4396-1918-4F43-B4DF-954C8EB3F697}" dt="2026-02-16T07:52:55.954" v="231" actId="9405"/>
          <ac:inkMkLst>
            <pc:docMk/>
            <pc:sldMk cId="0" sldId="293"/>
            <ac:inkMk id="19" creationId="{EC3FC588-8032-96FF-8942-68A0E5EA8595}"/>
          </ac:inkMkLst>
        </pc:inkChg>
        <pc:inkChg chg="add del">
          <ac:chgData name="e s" userId="b32979be72172c5e" providerId="LiveId" clId="{1A9D4396-1918-4F43-B4DF-954C8EB3F697}" dt="2026-02-16T07:53:18.713" v="233" actId="9405"/>
          <ac:inkMkLst>
            <pc:docMk/>
            <pc:sldMk cId="0" sldId="293"/>
            <ac:inkMk id="20" creationId="{ADD89B77-5225-5172-F899-C824EF3FD656}"/>
          </ac:inkMkLst>
        </pc:inkChg>
        <pc:inkChg chg="add del">
          <ac:chgData name="e s" userId="b32979be72172c5e" providerId="LiveId" clId="{1A9D4396-1918-4F43-B4DF-954C8EB3F697}" dt="2026-02-16T07:53:31.141" v="235" actId="9405"/>
          <ac:inkMkLst>
            <pc:docMk/>
            <pc:sldMk cId="0" sldId="293"/>
            <ac:inkMk id="21" creationId="{52A02D84-6F81-EB9D-D018-993FD69DEC63}"/>
          </ac:inkMkLst>
        </pc:inkChg>
        <pc:inkChg chg="add">
          <ac:chgData name="e s" userId="b32979be72172c5e" providerId="LiveId" clId="{1A9D4396-1918-4F43-B4DF-954C8EB3F697}" dt="2026-02-16T07:55:29.354" v="236" actId="9405"/>
          <ac:inkMkLst>
            <pc:docMk/>
            <pc:sldMk cId="0" sldId="293"/>
            <ac:inkMk id="22" creationId="{4C9FF361-96EA-E264-04DF-88F82C600FC8}"/>
          </ac:inkMkLst>
        </pc:inkChg>
      </pc:sldChg>
      <pc:sldChg chg="addSp delSp modSp mod">
        <pc:chgData name="e s" userId="b32979be72172c5e" providerId="LiveId" clId="{1A9D4396-1918-4F43-B4DF-954C8EB3F697}" dt="2026-02-16T07:49:08.237" v="110" actId="1036"/>
        <pc:sldMkLst>
          <pc:docMk/>
          <pc:sldMk cId="0" sldId="302"/>
        </pc:sldMkLst>
        <pc:graphicFrameChg chg="del">
          <ac:chgData name="e s" userId="b32979be72172c5e" providerId="LiveId" clId="{1A9D4396-1918-4F43-B4DF-954C8EB3F697}" dt="2026-02-16T07:49:03.005" v="94" actId="478"/>
          <ac:graphicFrameMkLst>
            <pc:docMk/>
            <pc:sldMk cId="0" sldId="302"/>
            <ac:graphicFrameMk id="5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7:49:08.237" v="110" actId="1036"/>
          <ac:picMkLst>
            <pc:docMk/>
            <pc:sldMk cId="0" sldId="302"/>
            <ac:picMk id="7" creationId="{0187D8AF-9234-D5C0-E9F7-944CF25F1E4B}"/>
          </ac:picMkLst>
        </pc:picChg>
      </pc:sldChg>
      <pc:sldChg chg="addSp delSp modSp mod">
        <pc:chgData name="e s" userId="b32979be72172c5e" providerId="LiveId" clId="{1A9D4396-1918-4F43-B4DF-954C8EB3F697}" dt="2026-02-16T07:45:54.916" v="33" actId="962"/>
        <pc:sldMkLst>
          <pc:docMk/>
          <pc:sldMk cId="0" sldId="304"/>
        </pc:sldMkLst>
        <pc:graphicFrameChg chg="del">
          <ac:chgData name="e s" userId="b32979be72172c5e" providerId="LiveId" clId="{1A9D4396-1918-4F43-B4DF-954C8EB3F697}" dt="2026-02-16T07:45:29.581" v="10" actId="478"/>
          <ac:graphicFrameMkLst>
            <pc:docMk/>
            <pc:sldMk cId="0" sldId="304"/>
            <ac:graphicFrameMk id="5" creationId="{00000000-0000-0000-0000-000000000000}"/>
          </ac:graphicFrameMkLst>
        </pc:graphicFrameChg>
        <pc:picChg chg="add del mod">
          <ac:chgData name="e s" userId="b32979be72172c5e" providerId="LiveId" clId="{1A9D4396-1918-4F43-B4DF-954C8EB3F697}" dt="2026-02-16T07:45:43.437" v="16" actId="478"/>
          <ac:picMkLst>
            <pc:docMk/>
            <pc:sldMk cId="0" sldId="304"/>
            <ac:picMk id="7" creationId="{C33523AF-8171-B78C-6079-1580E305A0D5}"/>
          </ac:picMkLst>
        </pc:picChg>
        <pc:picChg chg="add mod">
          <ac:chgData name="e s" userId="b32979be72172c5e" providerId="LiveId" clId="{1A9D4396-1918-4F43-B4DF-954C8EB3F697}" dt="2026-02-16T07:45:54.916" v="33" actId="962"/>
          <ac:picMkLst>
            <pc:docMk/>
            <pc:sldMk cId="0" sldId="304"/>
            <ac:picMk id="9" creationId="{7D1E4AF4-7004-72E9-976E-05CB7AB9D31F}"/>
          </ac:picMkLst>
        </pc:picChg>
      </pc:sldChg>
      <pc:sldChg chg="addSp delSp modSp mod delAnim">
        <pc:chgData name="e s" userId="b32979be72172c5e" providerId="LiveId" clId="{1A9D4396-1918-4F43-B4DF-954C8EB3F697}" dt="2026-02-16T08:00:54.915" v="360" actId="1036"/>
        <pc:sldMkLst>
          <pc:docMk/>
          <pc:sldMk cId="0" sldId="309"/>
        </pc:sldMkLst>
        <pc:graphicFrameChg chg="del">
          <ac:chgData name="e s" userId="b32979be72172c5e" providerId="LiveId" clId="{1A9D4396-1918-4F43-B4DF-954C8EB3F697}" dt="2026-02-16T08:00:47.762" v="330" actId="478"/>
          <ac:graphicFrameMkLst>
            <pc:docMk/>
            <pc:sldMk cId="0" sldId="309"/>
            <ac:graphicFrameMk id="5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8:00:54.915" v="360" actId="1036"/>
          <ac:picMkLst>
            <pc:docMk/>
            <pc:sldMk cId="0" sldId="309"/>
            <ac:picMk id="7" creationId="{3E76742E-3F6D-438C-E41E-F8EF49FB961A}"/>
          </ac:picMkLst>
        </pc:picChg>
      </pc:sldChg>
      <pc:sldChg chg="addSp delSp modSp mod">
        <pc:chgData name="e s" userId="b32979be72172c5e" providerId="LiveId" clId="{1A9D4396-1918-4F43-B4DF-954C8EB3F697}" dt="2026-02-16T07:48:16.747" v="93" actId="962"/>
        <pc:sldMkLst>
          <pc:docMk/>
          <pc:sldMk cId="0" sldId="312"/>
        </pc:sldMkLst>
        <pc:graphicFrameChg chg="del">
          <ac:chgData name="e s" userId="b32979be72172c5e" providerId="LiveId" clId="{1A9D4396-1918-4F43-B4DF-954C8EB3F697}" dt="2026-02-16T07:48:02.261" v="34" actId="478"/>
          <ac:graphicFrameMkLst>
            <pc:docMk/>
            <pc:sldMk cId="0" sldId="312"/>
            <ac:graphicFrameMk id="59394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7:48:16.747" v="93" actId="962"/>
          <ac:picMkLst>
            <pc:docMk/>
            <pc:sldMk cId="0" sldId="312"/>
            <ac:picMk id="11" creationId="{9B197540-7D5E-7D6B-4B16-015DEEB73563}"/>
          </ac:picMkLst>
        </pc:picChg>
      </pc:sldChg>
      <pc:sldChg chg="addSp delSp modSp mod">
        <pc:chgData name="e s" userId="b32979be72172c5e" providerId="LiveId" clId="{1A9D4396-1918-4F43-B4DF-954C8EB3F697}" dt="2026-02-16T07:44:17.778" v="9" actId="962"/>
        <pc:sldMkLst>
          <pc:docMk/>
          <pc:sldMk cId="0" sldId="314"/>
        </pc:sldMkLst>
        <pc:graphicFrameChg chg="del">
          <ac:chgData name="e s" userId="b32979be72172c5e" providerId="LiveId" clId="{1A9D4396-1918-4F43-B4DF-954C8EB3F697}" dt="2026-02-16T07:43:55.277" v="0" actId="478"/>
          <ac:graphicFrameMkLst>
            <pc:docMk/>
            <pc:sldMk cId="0" sldId="314"/>
            <ac:graphicFrameMk id="6" creationId="{00000000-0000-0000-0000-000000000000}"/>
          </ac:graphicFrameMkLst>
        </pc:graphicFrameChg>
        <pc:picChg chg="add mod">
          <ac:chgData name="e s" userId="b32979be72172c5e" providerId="LiveId" clId="{1A9D4396-1918-4F43-B4DF-954C8EB3F697}" dt="2026-02-16T07:44:17.778" v="9" actId="962"/>
          <ac:picMkLst>
            <pc:docMk/>
            <pc:sldMk cId="0" sldId="314"/>
            <ac:picMk id="8" creationId="{CD1DE56F-34A5-9438-CD5D-436AD924EAE3}"/>
          </ac:picMkLst>
        </pc:picChg>
      </pc:sldChg>
      <pc:sldChg chg="addSp delSp modSp mod">
        <pc:chgData name="e s" userId="b32979be72172c5e" providerId="LiveId" clId="{1A9D4396-1918-4F43-B4DF-954C8EB3F697}" dt="2026-02-16T07:50:41.818" v="219" actId="962"/>
        <pc:sldMkLst>
          <pc:docMk/>
          <pc:sldMk cId="0" sldId="319"/>
        </pc:sldMkLst>
        <pc:graphicFrameChg chg="del">
          <ac:chgData name="e s" userId="b32979be72172c5e" providerId="LiveId" clId="{1A9D4396-1918-4F43-B4DF-954C8EB3F697}" dt="2026-02-16T07:49:56.822" v="111" actId="478"/>
          <ac:graphicFrameMkLst>
            <pc:docMk/>
            <pc:sldMk cId="0" sldId="319"/>
            <ac:graphicFrameMk id="59394" creationId="{00000000-0000-0000-0000-000000000000}"/>
          </ac:graphicFrameMkLst>
        </pc:graphicFrameChg>
        <pc:picChg chg="add del mod">
          <ac:chgData name="e s" userId="b32979be72172c5e" providerId="LiveId" clId="{1A9D4396-1918-4F43-B4DF-954C8EB3F697}" dt="2026-02-16T07:50:32.028" v="170" actId="478"/>
          <ac:picMkLst>
            <pc:docMk/>
            <pc:sldMk cId="0" sldId="319"/>
            <ac:picMk id="9" creationId="{9F8BBFB7-70D1-CC06-C051-A947AC24AFE5}"/>
          </ac:picMkLst>
        </pc:picChg>
        <pc:picChg chg="add mod">
          <ac:chgData name="e s" userId="b32979be72172c5e" providerId="LiveId" clId="{1A9D4396-1918-4F43-B4DF-954C8EB3F697}" dt="2026-02-16T07:50:41.818" v="219" actId="962"/>
          <ac:picMkLst>
            <pc:docMk/>
            <pc:sldMk cId="0" sldId="319"/>
            <ac:picMk id="13" creationId="{00F35C00-B189-83D8-F069-97B91D4CC67A}"/>
          </ac:picMkLst>
        </pc:picChg>
      </pc:sldChg>
      <pc:sldChg chg="del">
        <pc:chgData name="e s" userId="b32979be72172c5e" providerId="LiveId" clId="{1A9D4396-1918-4F43-B4DF-954C8EB3F697}" dt="2026-02-16T07:50:28.468" v="169" actId="47"/>
        <pc:sldMkLst>
          <pc:docMk/>
          <pc:sldMk cId="0" sldId="320"/>
        </pc:sldMkLst>
      </pc:sldChg>
      <pc:sldChg chg="addSp delSp modSp add mod">
        <pc:chgData name="e s" userId="b32979be72172c5e" providerId="LiveId" clId="{1A9D4396-1918-4F43-B4DF-954C8EB3F697}" dt="2026-02-16T08:00:07.550" v="329" actId="207"/>
        <pc:sldMkLst>
          <pc:docMk/>
          <pc:sldMk cId="2718437276" sldId="323"/>
        </pc:sldMkLst>
        <pc:spChg chg="mod">
          <ac:chgData name="e s" userId="b32979be72172c5e" providerId="LiveId" clId="{1A9D4396-1918-4F43-B4DF-954C8EB3F697}" dt="2026-02-16T07:57:48.651" v="274" actId="20577"/>
          <ac:spMkLst>
            <pc:docMk/>
            <pc:sldMk cId="2718437276" sldId="323"/>
            <ac:spMk id="2" creationId="{7EF2A6A5-1D27-B31B-4D4B-160744BD5D4E}"/>
          </ac:spMkLst>
        </pc:spChg>
        <pc:spChg chg="mod">
          <ac:chgData name="e s" userId="b32979be72172c5e" providerId="LiveId" clId="{1A9D4396-1918-4F43-B4DF-954C8EB3F697}" dt="2026-02-16T08:00:07.550" v="329" actId="207"/>
          <ac:spMkLst>
            <pc:docMk/>
            <pc:sldMk cId="2718437276" sldId="323"/>
            <ac:spMk id="3" creationId="{6A9A01B6-4886-A074-F3B3-BF6B00AAC7EC}"/>
          </ac:spMkLst>
        </pc:spChg>
        <pc:spChg chg="mod">
          <ac:chgData name="e s" userId="b32979be72172c5e" providerId="LiveId" clId="{1A9D4396-1918-4F43-B4DF-954C8EB3F697}" dt="2026-02-16T07:59:16.906" v="319" actId="1037"/>
          <ac:spMkLst>
            <pc:docMk/>
            <pc:sldMk cId="2718437276" sldId="323"/>
            <ac:spMk id="23" creationId="{DDE0E96C-6BD7-CA82-8E7B-D337A915CBE5}"/>
          </ac:spMkLst>
        </pc:spChg>
        <pc:inkChg chg="add del">
          <ac:chgData name="e s" userId="b32979be72172c5e" providerId="LiveId" clId="{1A9D4396-1918-4F43-B4DF-954C8EB3F697}" dt="2026-02-16T07:58:16.745" v="277" actId="9405"/>
          <ac:inkMkLst>
            <pc:docMk/>
            <pc:sldMk cId="2718437276" sldId="323"/>
            <ac:inkMk id="10" creationId="{4E36DFF4-5961-FA6F-4842-5F20ADC369CB}"/>
          </ac:inkMkLst>
        </pc:inkChg>
        <pc:inkChg chg="add del">
          <ac:chgData name="e s" userId="b32979be72172c5e" providerId="LiveId" clId="{1A9D4396-1918-4F43-B4DF-954C8EB3F697}" dt="2026-02-16T07:58:30.975" v="279" actId="9405"/>
          <ac:inkMkLst>
            <pc:docMk/>
            <pc:sldMk cId="2718437276" sldId="323"/>
            <ac:inkMk id="17" creationId="{87C8DC71-35C2-1258-5725-91744AA0D8BA}"/>
          </ac:inkMkLst>
        </pc:inkChg>
        <pc:inkChg chg="add del">
          <ac:chgData name="e s" userId="b32979be72172c5e" providerId="LiveId" clId="{1A9D4396-1918-4F43-B4DF-954C8EB3F697}" dt="2026-02-16T07:58:39.340" v="281" actId="9405"/>
          <ac:inkMkLst>
            <pc:docMk/>
            <pc:sldMk cId="2718437276" sldId="323"/>
            <ac:inkMk id="20" creationId="{F771CC79-FDBE-38D4-B1EC-52BA1F17C354}"/>
          </ac:inkMkLst>
        </pc:inkChg>
        <pc:inkChg chg="add del">
          <ac:chgData name="e s" userId="b32979be72172c5e" providerId="LiveId" clId="{1A9D4396-1918-4F43-B4DF-954C8EB3F697}" dt="2026-02-16T07:58:53.440" v="285" actId="9405"/>
          <ac:inkMkLst>
            <pc:docMk/>
            <pc:sldMk cId="2718437276" sldId="323"/>
            <ac:inkMk id="21" creationId="{17D1E55C-4A8F-DEF2-BDEB-F1C3727E9977}"/>
          </ac:inkMkLst>
        </pc:inkChg>
        <pc:inkChg chg="del">
          <ac:chgData name="e s" userId="b32979be72172c5e" providerId="LiveId" clId="{1A9D4396-1918-4F43-B4DF-954C8EB3F697}" dt="2026-02-16T07:57:55.356" v="275" actId="478"/>
          <ac:inkMkLst>
            <pc:docMk/>
            <pc:sldMk cId="2718437276" sldId="323"/>
            <ac:inkMk id="22" creationId="{96748DF5-22EC-366A-5EC6-769A99BB0DDE}"/>
          </ac:inkMkLst>
        </pc:inkChg>
        <pc:inkChg chg="add del">
          <ac:chgData name="e s" userId="b32979be72172c5e" providerId="LiveId" clId="{1A9D4396-1918-4F43-B4DF-954C8EB3F697}" dt="2026-02-16T07:58:51.663" v="284" actId="9405"/>
          <ac:inkMkLst>
            <pc:docMk/>
            <pc:sldMk cId="2718437276" sldId="323"/>
            <ac:inkMk id="24" creationId="{1C10FC8F-DF7B-B632-04D0-0E03412B48A6}"/>
          </ac:inkMkLst>
        </pc:inkChg>
        <pc:inkChg chg="add">
          <ac:chgData name="e s" userId="b32979be72172c5e" providerId="LiveId" clId="{1A9D4396-1918-4F43-B4DF-954C8EB3F697}" dt="2026-02-16T07:59:01.027" v="286" actId="9405"/>
          <ac:inkMkLst>
            <pc:docMk/>
            <pc:sldMk cId="2718437276" sldId="323"/>
            <ac:inkMk id="25" creationId="{E5B4F2C8-585C-B242-1D0B-97638D7AE1B5}"/>
          </ac:inkMkLst>
        </pc:inkChg>
        <pc:inkChg chg="add">
          <ac:chgData name="e s" userId="b32979be72172c5e" providerId="LiveId" clId="{1A9D4396-1918-4F43-B4DF-954C8EB3F697}" dt="2026-02-16T07:59:04.134" v="287" actId="9405"/>
          <ac:inkMkLst>
            <pc:docMk/>
            <pc:sldMk cId="2718437276" sldId="323"/>
            <ac:inkMk id="26" creationId="{35C5DC6E-2857-A8AF-AA86-C85CD645789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41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0 346 24575,'4'-1'0,"0"0"0,0 0 0,0 0 0,-1-1 0,1 1 0,-1-1 0,1 0 0,5-4 0,9-4 0,188-72 0,-192 78 0,6-3 0,0 1 0,38-5 0,-30 8 0,-1-1 0,0-1 0,0-2 0,35-12 0,-36 10 0,1 0 0,54-7 0,-48 10 0,50-16 0,-36 8 0,-27 9 0,35-16 0,-9 1 0,35-18 0,-68 32-1365,-1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42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0 202 24575,'48'0'0,"26"1"0,0-3 0,104-17 0,233-42 0,-233 37 0,58-7 0,-218 30-136,1-1-1,0-1 1,-1 0-1,0-2 1,0 0-1,0-1 1,0 0-1,-1-2 0,19-11 1,-25 12-6690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43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24575,'1584'0'0,"-1579"0"-114,0 0 1,0 0-1,1 0 0,-1-1 0,0 0 1,0 0-1,0 0 0,0 0 0,0-1 1,0 0-1,8-4 0,-4-2-6712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51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24575,'54'2'0,"0"2"0,0 2 0,74 19 0,4 3 0,1-5 0,156 6 0,-274-29 0,4 1 0,1 0 0,0 1 0,37 10 0,-27-5 0,-1 0 0,1-2 0,47 1 0,94-6 0,-90-2 0,538 2-1365,-595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5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24192,'1416'117'0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55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24575,'3'-3'0,"0"1"0,0 0 0,0 1 0,0-1 0,0 0 0,0 1 0,0 0 0,1 0 0,-1 0 0,0 0 0,1 0 0,4 0 0,47-1 0,-41 2 0,665 1-1365,-661-1-5461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5:29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2212 24575,'1'-19'0,"0"0"0,1 0 0,1 0 0,1 1 0,7-21 0,39-86 0,-31 80 0,18-57 0,8-37 0,-29 93 0,-3 12 0,2 1 0,32-55 0,50-58 0,-44 68 0,193-255 0,-167 244 0,4 3 0,101-82 0,-111 105 0,3 3 0,145-86 0,-33 47 0,-138 76 0,98-31 0,-111 44 0,62-19 0,1 4 0,115-14 0,-178 36 0,188-12 0,-111 20 0,-98-3 0,1 1 0,-1 1 0,0 0 0,29 13 0,18 15 0,-1 3 0,63 47 0,37 22 0,-84-58 0,-2 3 0,-2 3 0,79 74 0,-72-54 0,-32-29 0,-2 1 0,43 53 0,38 57 0,-96-111 0,-2 1 0,40 79 0,-57-99 0,6 16 0,-1 0 0,-2 1 0,16 66 0,16 134 0,-35-144 0,1 113 0,-16 102 0,0-111 0,3 71 0,-3 289 0,-8-411 0,0 8 0,10-157 0,0-1 0,0 0 0,0 0 0,0 1 0,0-1 0,0 0 0,0 1 0,0-1 0,0 0 0,0 0 0,0 1 0,0-1 0,0 0 0,1 1 0,-1-1 0,0 0 0,0 0 0,0 1 0,0-1 0,0 0 0,1 0 0,-1 0 0,0 1 0,0-1 0,0 0 0,1 0 0,-1 0 0,0 1 0,0-1 0,1 0 0,-1 0 0,0 0 0,0 0 0,1 0 0,-1 0 0,0 1 0,0-1 0,1 0 0,-1 0 0,15-6 0,20-21 0,-28 20 0,44-34 0,86-72 0,-104 83 0,57-69 0,-83 89 0,0-1 0,9-17 0,-12 20 0,-4 8 0,0 0 0,0 0 0,0 0 0,0 0 0,0 0 0,0 0 0,0 0 0,0 0 0,0 0 0,0 0 0,0 0 0,0 1 0,0-1 0,0 0 0,0 0 0,0 0 0,0 0 0,0 0 0,0 0 0,0 0 0,0 0 0,0 0 0,0 0 0,0 0 0,0 0 0,0 1 0,0-1 0,0 0 0,0 0 0,0 0 0,0 0 0,0 0 0,1 0 0,-1 0 0,0 0 0,0 0 0,0 0 0,0 0 0,0 0 0,0 0 0,0 0 0,0 0 0,0 0 0,0 0 0,0 0 0,0 0 0,0 0 0,0 0 0,1 0 0,-1 0 0,0 0 0,0 0 0,0 0 0,0 0 0,0 0 0,0 0 0,0 0 0,0 0 0,0 0 0,0 0 0,1 14 0,-2 16 0,0 3 0,-3 0 0,0 0 0,-2-1 0,-2 0 0,0 0 0,-23 52 0,-44 92 0,-128 258 0,200-429 0,-1 3 0,-1 0 0,0 0 0,-1 0 0,-6 8 0,11-16 0,1 0 0,0 1 0,0-1 0,0 0 0,-1 0 0,1 1 0,0-1 0,-1 0 0,1 0 0,0 1 0,0-1 0,-1 0 0,1 0 0,0 0 0,-1 1 0,1-1 0,0 0 0,-1 0 0,1 0 0,-1 0 0,1 0 0,0 0 0,-1 0 0,1 0 0,0 0 0,-1 0 0,1 0 0,0 0 0,-1 0 0,1 0 0,-1 0 0,1 0 0,0-1 0,-1 1 0,1 0 0,-6-15 0,6-24 0,0 36 0,2-22 0,-2 0 0,0 0 0,-2 0 0,0 0 0,-2 1 0,-10-37 0,-107-284 0,94 273 0,-13-43 0,38 108 0,1 2 0,0 1 0,-1-1 0,1 0 0,-1 1 0,0-1 0,-3-4 0,31 51 0,7-7 0,23 28 0,-34-39 0,-18-19 0,1-1 0,-1 0 0,-1 1 0,1 0 0,5 9 0,-2-1-1365,-1-3-5461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41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0 346 24575,'4'-1'0,"0"0"0,0 0 0,0 0 0,-1-1 0,1 1 0,-1-1 0,1 0 0,5-4 0,9-4 0,188-72 0,-192 78 0,6-3 0,0 1 0,38-5 0,-30 8 0,-1-1 0,0-1 0,0-2 0,35-12 0,-36 10 0,1 0 0,54-7 0,-48 10 0,50-16 0,-36 8 0,-27 9 0,35-16 0,-9 1 0,35-18 0,-68 32-1365,-1 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42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0 202 24575,'48'0'0,"26"1"0,0-3 0,104-17 0,233-42 0,-233 37 0,58-7 0,-218 30-136,1-1-1,0-1 1,-1 0-1,0-2 1,0 0-1,0-1 1,0 0-1,-1-2 0,19-11 1,-25 12-6690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43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 24575,'1584'0'0,"-1579"0"-114,0 0 1,0 0-1,1 0 0,-1-1 0,0 0 1,0 0-1,0 0 0,0 0 0,0-1 1,0 0-1,8-4 0,-4-2-6712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51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24575,'54'2'0,"0"2"0,0 2 0,74 19 0,4 3 0,1-5 0,156 6 0,-274-29 0,4 1 0,1 0 0,0 1 0,37 10 0,-27-5 0,-1 0 0,1-2 0,47 1 0,94-6 0,-90-2 0,538 2-1365,-595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5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24192,'1416'117'0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2:55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24575,'3'-3'0,"0"1"0,0 0 0,0 1 0,0-1 0,0 0 0,0 1 0,0 0 0,1 0 0,-1 0 0,0 0 0,1 0 0,4 0 0,47-1 0,-41 2 0,665 1-1365,-661-1-5461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9:01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3957 24575,'-12'-283'0,"2"-192"0,12 294 0,-2-1394 0,3 1479 0,5-1 0,3 2 0,43-168 0,-2 85 0,74-171 0,-119 334 0,0 0 0,0 1 0,1 0 0,1 0 0,1 0 0,18-20 0,1-3 0,-25 31 0,0-1 0,1 1 0,0 0 0,0 1 0,0-1 0,1 1 0,0 0 0,0 0 0,0 1 0,12-7 0,32-10 0,80-21 0,-16 6 0,-88 27 0,0 0 0,1 2 0,0 1 0,0 1 0,45-2 0,305 8 0,-345 2 0,-1 1 0,1 2 0,-1 0 0,-1 2 0,34 14 0,-57-20 0,4 3 0,0 0 0,0 0 0,15 11 0,4 2 0,143 90 0,-48-27 0,-26-17 0,-85-53 0,-1-1 0,-1 1 0,0 1 0,-1 0 0,11 16 0,43 67 0,22 31 0,-62-87 0,-1 1 0,31 69 0,-20-36 0,71 149 0,-84-172 0,-3 1 0,-2 0 0,18 93 0,-11 89 0,-21-195 0,6 35 0,-4-40 0,0 39 0,-4 1065 95,-3-514-1555,2-607-5366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7:59:04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24575,'1'7'0,"-1"-1"0,1 1 0,1-1 0,-1 1 0,1-1 0,0 0 0,1 0 0,3 7 0,29 47 0,-26-47 0,6 10 0,-7-12 0,-1 0 0,0 0 0,0 1 0,-1 0 0,-1 0 0,0 0 0,0 1 0,4 25 0,-8-28 0,1-1 0,0 1 0,1 0 0,0-1 0,0 1 0,1-1 0,0 0 0,0 0 0,9 12 0,1 0 0,-2 2 0,0 0 0,9 26 0,-16-34 0,-1 0 0,0 1 0,-1-1 0,-1 1 0,-1 0 0,1 19 0,-4 34 0,1-130 0,0-42 0,2 90 0,0 0 0,1 1 0,0-1 0,1 1 0,8-23 0,-6 26 0,-1 1 0,1 0 0,1 1 0,0-1 0,0 1 0,8-8 0,-6 8 0,-1-1 0,-1 0 0,1 0 0,9-17 0,-8 13 0,0-1 0,0 2 0,19-21 0,-7 10 0,-9 9 0,0 1 0,-1-1 0,0-1 0,15-26 0,-19 29-170,1 0-1,0 0 0,1 1 1,0 0-1,0 0 0,1 1 1,17-14-1,-17 16-6655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77D3-0B2B-48AE-98C1-113779481BCC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C6C41-54EF-49D8-8026-9CCF966A16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618A8932-62C9-4217-BDB8-ACC30534E1C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35C-E6EA-416D-AA91-2D7B45730357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326BC372-8821-47C8-8858-C1C512837FE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1F389-A53C-4A80-A700-AD17C06A2A6E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EEEE-F63A-45AF-84D9-BF154B20570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8AF9-156B-43BB-A6E4-2BA5B4B2CE04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241-2F2C-4BDB-949F-CDA85DBACC88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FB5F21AF-98DF-4F3D-8D1F-E6D251F86555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4880FEF-A9E0-4096-A6F1-C5DFB362ABD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B0B1-7D84-48E7-96D3-793BA508764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BA8E-E9BE-4983-8968-4586D2DC7992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694BB94-EEF3-4693-84F8-FBB2BE68A97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13.xml"/><Relationship Id="rId17" Type="http://schemas.openxmlformats.org/officeDocument/2006/relationships/image" Target="../media/image15.png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5" Type="http://schemas.openxmlformats.org/officeDocument/2006/relationships/image" Target="../media/image14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12.png"/><Relationship Id="rId14" Type="http://schemas.openxmlformats.org/officeDocument/2006/relationships/customXml" Target="../ink/ink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Теория вероятностей и математическая статистика. Лекция 2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r>
              <a:rPr lang="ru-RU" sz="3000" dirty="0">
                <a:solidFill>
                  <a:schemeClr val="tx1"/>
                </a:solidFill>
              </a:rPr>
              <a:t>Преподаватель</a:t>
            </a:r>
            <a:r>
              <a:rPr lang="en-US" sz="3000" dirty="0">
                <a:solidFill>
                  <a:schemeClr val="tx1"/>
                </a:solidFill>
              </a:rPr>
              <a:t>:</a:t>
            </a:r>
          </a:p>
          <a:p>
            <a:r>
              <a:rPr lang="ru-RU" sz="3000" dirty="0">
                <a:solidFill>
                  <a:schemeClr val="tx1"/>
                </a:solidFill>
              </a:rPr>
              <a:t>к.т.н., доцент каф ЭСВМ</a:t>
            </a:r>
            <a:endParaRPr lang="en-US" sz="3000" dirty="0">
              <a:solidFill>
                <a:schemeClr val="tx1"/>
              </a:solidFill>
            </a:endParaRPr>
          </a:p>
          <a:p>
            <a:endParaRPr lang="ru-RU" sz="3000" dirty="0">
              <a:solidFill>
                <a:schemeClr val="tx1"/>
              </a:solidFill>
            </a:endParaRPr>
          </a:p>
          <a:p>
            <a:r>
              <a:rPr lang="ru-RU" sz="3300" b="1" i="1" dirty="0">
                <a:solidFill>
                  <a:schemeClr val="accent5"/>
                </a:solidFill>
              </a:rPr>
              <a:t>Елена Владимировна Сидорова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E-mail: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  <a:hlinkClick r:id="rId2"/>
              </a:rPr>
              <a:t>TV.09.03.02.NNTU@yandex.ru</a:t>
            </a:r>
            <a:endParaRPr lang="en-US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Аттестация: </a:t>
            </a:r>
          </a:p>
          <a:p>
            <a:r>
              <a:rPr lang="ru-RU" sz="3800" b="1" u="sng" dirty="0">
                <a:solidFill>
                  <a:srgbClr val="FF0000"/>
                </a:solidFill>
              </a:rPr>
              <a:t>экзамен</a:t>
            </a:r>
            <a:endParaRPr lang="ru-RU" sz="3800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Условная вероятность события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Пусть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событие В наступает при выполнении определенного комплекса условий 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D.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ru-RU" dirty="0"/>
              <a:t>Вероятность этого события обозначим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Р(В)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комплекс  условий </a:t>
            </a:r>
            <a:r>
              <a:rPr lang="en-US" dirty="0"/>
              <a:t>D</a:t>
            </a:r>
            <a:r>
              <a:rPr lang="ru-RU" dirty="0"/>
              <a:t> изменится, станет </a:t>
            </a:r>
            <a:r>
              <a:rPr lang="en-US" dirty="0"/>
              <a:t>D’</a:t>
            </a:r>
            <a:r>
              <a:rPr lang="ru-RU" dirty="0"/>
              <a:t>, то и вероятность события В Р(</a:t>
            </a:r>
            <a:r>
              <a:rPr lang="en-US" dirty="0"/>
              <a:t>B</a:t>
            </a:r>
            <a:r>
              <a:rPr lang="ru-RU" dirty="0"/>
              <a:t>)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может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измениться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Так, если к комплексу условий </a:t>
            </a:r>
            <a:r>
              <a:rPr lang="en-US" dirty="0"/>
              <a:t>D </a:t>
            </a:r>
            <a:r>
              <a:rPr lang="ru-RU" dirty="0"/>
              <a:t>добавить новое условие</a:t>
            </a:r>
            <a:r>
              <a:rPr lang="en-US" dirty="0"/>
              <a:t>- </a:t>
            </a:r>
            <a:r>
              <a:rPr lang="ru-RU" dirty="0"/>
              <a:t>событие А, то полученная вероятность события В, называется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условной вероятностью события В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при условии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что событие А произошло</a:t>
            </a:r>
            <a:r>
              <a:rPr lang="ru-RU" dirty="0"/>
              <a:t>  и обозначается </a:t>
            </a:r>
            <a:r>
              <a:rPr lang="ru-RU" b="1" dirty="0">
                <a:solidFill>
                  <a:schemeClr val="accent2"/>
                </a:solidFill>
              </a:rPr>
              <a:t>Р(В</a:t>
            </a:r>
            <a:r>
              <a:rPr lang="en-US" b="1" dirty="0">
                <a:solidFill>
                  <a:schemeClr val="accent2"/>
                </a:solidFill>
              </a:rPr>
              <a:t>|A)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Рассмотрим примеры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Испытание состоит в последовательном бросании двух монет. Рассматриваются события А-появление герба на первой монете, В-появление герба на второй монете. </a:t>
            </a:r>
          </a:p>
          <a:p>
            <a:r>
              <a:rPr lang="ru-RU" dirty="0"/>
              <a:t>Первая монета упала гербом вверх. </a:t>
            </a:r>
          </a:p>
          <a:p>
            <a:r>
              <a:rPr lang="ru-RU" dirty="0"/>
              <a:t>Комплекс  условий для события В изменился, а вот изменится ли от этого его вероятность ? </a:t>
            </a:r>
          </a:p>
          <a:p>
            <a:pPr algn="ctr">
              <a:buNone/>
            </a:pPr>
            <a:r>
              <a:rPr lang="ru-RU" dirty="0">
                <a:solidFill>
                  <a:srgbClr val="FF0000"/>
                </a:solidFill>
              </a:rPr>
              <a:t>Р(</a:t>
            </a:r>
            <a:r>
              <a:rPr lang="en-US" dirty="0">
                <a:solidFill>
                  <a:srgbClr val="FF0000"/>
                </a:solidFill>
              </a:rPr>
              <a:t>B|A)</a:t>
            </a:r>
            <a:r>
              <a:rPr lang="ru-RU" dirty="0">
                <a:solidFill>
                  <a:srgbClr val="FF0000"/>
                </a:solidFill>
              </a:rPr>
              <a:t>                  </a:t>
            </a:r>
            <a:r>
              <a:rPr lang="ru-RU" dirty="0"/>
              <a:t>???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Рассмотрим примеры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урне 2 белых и 1 черный шар. Из урны последовательно извлекают два шара. Пусть событие А- появление белого шара первым, В - появление  белого шара вторым.  </a:t>
            </a:r>
          </a:p>
          <a:p>
            <a:r>
              <a:rPr lang="ru-RU" dirty="0"/>
              <a:t>Первым вынули белый шар. Р(А)=2</a:t>
            </a:r>
            <a:r>
              <a:rPr lang="en-US" dirty="0"/>
              <a:t>/3</a:t>
            </a:r>
            <a:r>
              <a:rPr lang="ru-RU" dirty="0"/>
              <a:t>.</a:t>
            </a:r>
          </a:p>
          <a:p>
            <a:r>
              <a:rPr lang="ru-RU" dirty="0"/>
              <a:t>Комплекс  условий для события В изменился, а вот изменится ли от этого его вероятность </a:t>
            </a:r>
          </a:p>
          <a:p>
            <a:pPr algn="ctr">
              <a:buNone/>
            </a:pPr>
            <a:r>
              <a:rPr lang="en-US" dirty="0">
                <a:solidFill>
                  <a:srgbClr val="FF0000"/>
                </a:solidFill>
              </a:rPr>
              <a:t>P(B|A)     ???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ctr">
              <a:buNone/>
            </a:pP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5"/>
          <p:cNvSpPr/>
          <p:nvPr/>
        </p:nvSpPr>
        <p:spPr>
          <a:xfrm>
            <a:off x="2030859" y="1797978"/>
            <a:ext cx="5673047" cy="4258638"/>
          </a:xfrm>
          <a:custGeom>
            <a:avLst/>
            <a:gdLst>
              <a:gd name="connsiteX0" fmla="*/ 44521 w 5673047"/>
              <a:gd name="connsiteY0" fmla="*/ 2034283 h 4258638"/>
              <a:gd name="connsiteX1" fmla="*/ 219181 w 5673047"/>
              <a:gd name="connsiteY1" fmla="*/ 698642 h 4258638"/>
              <a:gd name="connsiteX2" fmla="*/ 1123307 w 5673047"/>
              <a:gd name="connsiteY2" fmla="*/ 174660 h 4258638"/>
              <a:gd name="connsiteX3" fmla="*/ 2736350 w 5673047"/>
              <a:gd name="connsiteY3" fmla="*/ 82193 h 4258638"/>
              <a:gd name="connsiteX4" fmla="*/ 4770633 w 5673047"/>
              <a:gd name="connsiteY4" fmla="*/ 205483 h 4258638"/>
              <a:gd name="connsiteX5" fmla="*/ 5541195 w 5673047"/>
              <a:gd name="connsiteY5" fmla="*/ 1315092 h 4258638"/>
              <a:gd name="connsiteX6" fmla="*/ 5541195 w 5673047"/>
              <a:gd name="connsiteY6" fmla="*/ 2928134 h 4258638"/>
              <a:gd name="connsiteX7" fmla="*/ 4750085 w 5673047"/>
              <a:gd name="connsiteY7" fmla="*/ 4058292 h 4258638"/>
              <a:gd name="connsiteX8" fmla="*/ 2027433 w 5673047"/>
              <a:gd name="connsiteY8" fmla="*/ 4130211 h 4258638"/>
              <a:gd name="connsiteX9" fmla="*/ 486310 w 5673047"/>
              <a:gd name="connsiteY9" fmla="*/ 3811712 h 4258638"/>
              <a:gd name="connsiteX10" fmla="*/ 44521 w 5673047"/>
              <a:gd name="connsiteY10" fmla="*/ 2034283 h 425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73047" h="4258638">
                <a:moveTo>
                  <a:pt x="44521" y="2034283"/>
                </a:moveTo>
                <a:cubicBezTo>
                  <a:pt x="0" y="1515438"/>
                  <a:pt x="39383" y="1008579"/>
                  <a:pt x="219181" y="698642"/>
                </a:cubicBezTo>
                <a:cubicBezTo>
                  <a:pt x="398979" y="388705"/>
                  <a:pt x="703779" y="277402"/>
                  <a:pt x="1123307" y="174660"/>
                </a:cubicBezTo>
                <a:cubicBezTo>
                  <a:pt x="1542835" y="71919"/>
                  <a:pt x="2128462" y="77056"/>
                  <a:pt x="2736350" y="82193"/>
                </a:cubicBezTo>
                <a:cubicBezTo>
                  <a:pt x="3344238" y="87330"/>
                  <a:pt x="4303159" y="0"/>
                  <a:pt x="4770633" y="205483"/>
                </a:cubicBezTo>
                <a:cubicBezTo>
                  <a:pt x="5238107" y="410966"/>
                  <a:pt x="5412768" y="861317"/>
                  <a:pt x="5541195" y="1315092"/>
                </a:cubicBezTo>
                <a:cubicBezTo>
                  <a:pt x="5669622" y="1768867"/>
                  <a:pt x="5673047" y="2470934"/>
                  <a:pt x="5541195" y="2928134"/>
                </a:cubicBezTo>
                <a:cubicBezTo>
                  <a:pt x="5409343" y="3385334"/>
                  <a:pt x="5335712" y="3857946"/>
                  <a:pt x="4750085" y="4058292"/>
                </a:cubicBezTo>
                <a:cubicBezTo>
                  <a:pt x="4164458" y="4258638"/>
                  <a:pt x="2738062" y="4171308"/>
                  <a:pt x="2027433" y="4130211"/>
                </a:cubicBezTo>
                <a:cubicBezTo>
                  <a:pt x="1316804" y="4089114"/>
                  <a:pt x="816795" y="4162746"/>
                  <a:pt x="486310" y="3811712"/>
                </a:cubicBezTo>
                <a:cubicBezTo>
                  <a:pt x="155825" y="3460678"/>
                  <a:pt x="89042" y="2553128"/>
                  <a:pt x="44521" y="2034283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 10"/>
          <p:cNvSpPr/>
          <p:nvPr/>
        </p:nvSpPr>
        <p:spPr>
          <a:xfrm>
            <a:off x="2476072" y="2118189"/>
            <a:ext cx="1998323" cy="3111357"/>
          </a:xfrm>
          <a:custGeom>
            <a:avLst/>
            <a:gdLst>
              <a:gd name="connsiteX0" fmla="*/ 61645 w 1998323"/>
              <a:gd name="connsiteY0" fmla="*/ 964058 h 3111357"/>
              <a:gd name="connsiteX1" fmla="*/ 102741 w 1998323"/>
              <a:gd name="connsiteY1" fmla="*/ 1590782 h 3111357"/>
              <a:gd name="connsiteX2" fmla="*/ 256854 w 1998323"/>
              <a:gd name="connsiteY2" fmla="*/ 2679842 h 3111357"/>
              <a:gd name="connsiteX3" fmla="*/ 1089061 w 1998323"/>
              <a:gd name="connsiteY3" fmla="*/ 3080535 h 3111357"/>
              <a:gd name="connsiteX4" fmla="*/ 1664413 w 1998323"/>
              <a:gd name="connsiteY4" fmla="*/ 2864777 h 3111357"/>
              <a:gd name="connsiteX5" fmla="*/ 1982912 w 1998323"/>
              <a:gd name="connsiteY5" fmla="*/ 1827087 h 3111357"/>
              <a:gd name="connsiteX6" fmla="*/ 1571946 w 1998323"/>
              <a:gd name="connsiteY6" fmla="*/ 285964 h 3111357"/>
              <a:gd name="connsiteX7" fmla="*/ 472611 w 1998323"/>
              <a:gd name="connsiteY7" fmla="*/ 111303 h 3111357"/>
              <a:gd name="connsiteX8" fmla="*/ 61645 w 1998323"/>
              <a:gd name="connsiteY8" fmla="*/ 964058 h 311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8323" h="3111357">
                <a:moveTo>
                  <a:pt x="61645" y="964058"/>
                </a:moveTo>
                <a:cubicBezTo>
                  <a:pt x="0" y="1210638"/>
                  <a:pt x="70206" y="1304818"/>
                  <a:pt x="102741" y="1590782"/>
                </a:cubicBezTo>
                <a:cubicBezTo>
                  <a:pt x="135276" y="1876746"/>
                  <a:pt x="92467" y="2431550"/>
                  <a:pt x="256854" y="2679842"/>
                </a:cubicBezTo>
                <a:cubicBezTo>
                  <a:pt x="421241" y="2928134"/>
                  <a:pt x="854468" y="3049713"/>
                  <a:pt x="1089061" y="3080535"/>
                </a:cubicBezTo>
                <a:cubicBezTo>
                  <a:pt x="1323654" y="3111357"/>
                  <a:pt x="1515438" y="3073685"/>
                  <a:pt x="1664413" y="2864777"/>
                </a:cubicBezTo>
                <a:cubicBezTo>
                  <a:pt x="1813388" y="2655869"/>
                  <a:pt x="1998323" y="2256889"/>
                  <a:pt x="1982912" y="1827087"/>
                </a:cubicBezTo>
                <a:cubicBezTo>
                  <a:pt x="1967501" y="1397285"/>
                  <a:pt x="1823663" y="571928"/>
                  <a:pt x="1571946" y="285964"/>
                </a:cubicBezTo>
                <a:cubicBezTo>
                  <a:pt x="1320229" y="0"/>
                  <a:pt x="724328" y="1712"/>
                  <a:pt x="472611" y="111303"/>
                </a:cubicBezTo>
                <a:cubicBezTo>
                  <a:pt x="220894" y="220894"/>
                  <a:pt x="123290" y="717478"/>
                  <a:pt x="61645" y="964058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Формула вычисления условной вероятности </a:t>
            </a:r>
            <a:r>
              <a:rPr lang="en-US" dirty="0">
                <a:solidFill>
                  <a:srgbClr val="FF0000"/>
                </a:solidFill>
              </a:rPr>
              <a:t>P(B|A)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958227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r>
              <a:rPr lang="ru-RU" dirty="0">
                <a:solidFill>
                  <a:srgbClr val="FF0000"/>
                </a:solidFill>
              </a:rPr>
              <a:t>Р(В</a:t>
            </a:r>
            <a:r>
              <a:rPr lang="en-US" dirty="0">
                <a:solidFill>
                  <a:srgbClr val="FF0000"/>
                </a:solidFill>
              </a:rPr>
              <a:t>|A)=</a:t>
            </a:r>
            <a:r>
              <a:rPr lang="ru-RU" dirty="0">
                <a:solidFill>
                  <a:srgbClr val="FF0000"/>
                </a:solidFill>
              </a:rPr>
              <a:t>Р(АВ)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P(A)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8" name="Полилиния 7"/>
          <p:cNvSpPr/>
          <p:nvPr/>
        </p:nvSpPr>
        <p:spPr>
          <a:xfrm>
            <a:off x="3743218" y="2525730"/>
            <a:ext cx="2916149" cy="1821951"/>
          </a:xfrm>
          <a:custGeom>
            <a:avLst/>
            <a:gdLst>
              <a:gd name="connsiteX0" fmla="*/ 273978 w 2916149"/>
              <a:gd name="connsiteY0" fmla="*/ 227744 h 1821951"/>
              <a:gd name="connsiteX1" fmla="*/ 1013717 w 2916149"/>
              <a:gd name="connsiteY1" fmla="*/ 32535 h 1821951"/>
              <a:gd name="connsiteX2" fmla="*/ 1332216 w 2916149"/>
              <a:gd name="connsiteY2" fmla="*/ 32535 h 1821951"/>
              <a:gd name="connsiteX3" fmla="*/ 2164422 w 2916149"/>
              <a:gd name="connsiteY3" fmla="*/ 227744 h 1821951"/>
              <a:gd name="connsiteX4" fmla="*/ 2821969 w 2916149"/>
              <a:gd name="connsiteY4" fmla="*/ 720904 h 1821951"/>
              <a:gd name="connsiteX5" fmla="*/ 2729501 w 2916149"/>
              <a:gd name="connsiteY5" fmla="*/ 1594207 h 1821951"/>
              <a:gd name="connsiteX6" fmla="*/ 1897294 w 2916149"/>
              <a:gd name="connsiteY6" fmla="*/ 1820239 h 1821951"/>
              <a:gd name="connsiteX7" fmla="*/ 448638 w 2916149"/>
              <a:gd name="connsiteY7" fmla="*/ 1604481 h 1821951"/>
              <a:gd name="connsiteX8" fmla="*/ 27398 w 2916149"/>
              <a:gd name="connsiteY8" fmla="*/ 1029128 h 1821951"/>
              <a:gd name="connsiteX9" fmla="*/ 273978 w 2916149"/>
              <a:gd name="connsiteY9" fmla="*/ 227744 h 182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6149" h="1821951">
                <a:moveTo>
                  <a:pt x="273978" y="227744"/>
                </a:moveTo>
                <a:cubicBezTo>
                  <a:pt x="438365" y="61645"/>
                  <a:pt x="837344" y="65070"/>
                  <a:pt x="1013717" y="32535"/>
                </a:cubicBezTo>
                <a:cubicBezTo>
                  <a:pt x="1190090" y="0"/>
                  <a:pt x="1140432" y="0"/>
                  <a:pt x="1332216" y="32535"/>
                </a:cubicBezTo>
                <a:cubicBezTo>
                  <a:pt x="1524000" y="65070"/>
                  <a:pt x="1916130" y="113016"/>
                  <a:pt x="2164422" y="227744"/>
                </a:cubicBezTo>
                <a:cubicBezTo>
                  <a:pt x="2412714" y="342472"/>
                  <a:pt x="2727789" y="493160"/>
                  <a:pt x="2821969" y="720904"/>
                </a:cubicBezTo>
                <a:cubicBezTo>
                  <a:pt x="2916149" y="948648"/>
                  <a:pt x="2883613" y="1410985"/>
                  <a:pt x="2729501" y="1594207"/>
                </a:cubicBezTo>
                <a:cubicBezTo>
                  <a:pt x="2575389" y="1777429"/>
                  <a:pt x="2277438" y="1818527"/>
                  <a:pt x="1897294" y="1820239"/>
                </a:cubicBezTo>
                <a:cubicBezTo>
                  <a:pt x="1517150" y="1821951"/>
                  <a:pt x="760287" y="1736333"/>
                  <a:pt x="448638" y="1604481"/>
                </a:cubicBezTo>
                <a:cubicBezTo>
                  <a:pt x="136989" y="1472629"/>
                  <a:pt x="54796" y="1260296"/>
                  <a:pt x="27398" y="1029128"/>
                </a:cubicBezTo>
                <a:cubicBezTo>
                  <a:pt x="0" y="797960"/>
                  <a:pt x="109592" y="393843"/>
                  <a:pt x="273978" y="227744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3000364" y="4357694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6" y="357187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6182" y="3429000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12" y="214311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Ω</a:t>
            </a:r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A5B52594-4197-2B88-2B09-E35EA8F1B840}"/>
                  </a:ext>
                </a:extLst>
              </p14:cNvPr>
              <p14:cNvContentPartPr/>
              <p14:nvPr/>
            </p14:nvContentPartPr>
            <p14:xfrm>
              <a:off x="3887703" y="2883858"/>
              <a:ext cx="385560" cy="12492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A5B52594-4197-2B88-2B09-E35EA8F1B8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81583" y="2877738"/>
                <a:ext cx="39780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040A8A52-F8A4-F4CE-093C-0BADB2CEA403}"/>
                  </a:ext>
                </a:extLst>
              </p14:cNvPr>
              <p14:cNvContentPartPr/>
              <p14:nvPr/>
            </p14:nvContentPartPr>
            <p14:xfrm>
              <a:off x="3831903" y="3131178"/>
              <a:ext cx="507240" cy="7308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040A8A52-F8A4-F4CE-093C-0BADB2CEA4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5783" y="3125058"/>
                <a:ext cx="5194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49F0CE7C-B8C5-C6F7-A8FA-91807C55DFC4}"/>
                  </a:ext>
                </a:extLst>
              </p14:cNvPr>
              <p14:cNvContentPartPr/>
              <p14:nvPr/>
            </p14:nvContentPartPr>
            <p14:xfrm>
              <a:off x="3796983" y="3411978"/>
              <a:ext cx="599040" cy="864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49F0CE7C-B8C5-C6F7-A8FA-91807C55DF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90863" y="3405858"/>
                <a:ext cx="61128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81F03B0C-9792-ACBA-2C16-AA56DE7F8E7E}"/>
                  </a:ext>
                </a:extLst>
              </p14:cNvPr>
              <p14:cNvContentPartPr/>
              <p14:nvPr/>
            </p14:nvContentPartPr>
            <p14:xfrm>
              <a:off x="3783303" y="3643098"/>
              <a:ext cx="733320" cy="57600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81F03B0C-9792-ACBA-2C16-AA56DE7F8E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77183" y="3636978"/>
                <a:ext cx="7455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C3A35A96-ECCA-A3E7-5169-8759BB16408E}"/>
                  </a:ext>
                </a:extLst>
              </p14:cNvPr>
              <p14:cNvContentPartPr/>
              <p14:nvPr/>
            </p14:nvContentPartPr>
            <p14:xfrm>
              <a:off x="3915783" y="3908778"/>
              <a:ext cx="510120" cy="4248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C3A35A96-ECCA-A3E7-5169-8759BB16408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09663" y="3902658"/>
                <a:ext cx="5223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EC3FC588-8032-96FF-8942-68A0E5EA8595}"/>
                  </a:ext>
                </a:extLst>
              </p14:cNvPr>
              <p14:cNvContentPartPr/>
              <p14:nvPr/>
            </p14:nvContentPartPr>
            <p14:xfrm>
              <a:off x="4167063" y="4096698"/>
              <a:ext cx="292680" cy="792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EC3FC588-8032-96FF-8942-68A0E5EA85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60943" y="4090578"/>
                <a:ext cx="3049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Рукописный ввод 21">
                <a:extLst>
                  <a:ext uri="{FF2B5EF4-FFF2-40B4-BE49-F238E27FC236}">
                    <a16:creationId xmlns:a16="http://schemas.microsoft.com/office/drawing/2014/main" id="{4C9FF361-96EA-E264-04DF-88F82C600FC8}"/>
                  </a:ext>
                </a:extLst>
              </p14:cNvPr>
              <p14:cNvContentPartPr/>
              <p14:nvPr/>
            </p14:nvContentPartPr>
            <p14:xfrm>
              <a:off x="4097223" y="1981698"/>
              <a:ext cx="1648440" cy="1532880"/>
            </p14:xfrm>
          </p:contentPart>
        </mc:Choice>
        <mc:Fallback>
          <p:pic>
            <p:nvPicPr>
              <p:cNvPr id="22" name="Рукописный ввод 21">
                <a:extLst>
                  <a:ext uri="{FF2B5EF4-FFF2-40B4-BE49-F238E27FC236}">
                    <a16:creationId xmlns:a16="http://schemas.microsoft.com/office/drawing/2014/main" id="{4C9FF361-96EA-E264-04DF-88F82C600F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91103" y="1975578"/>
                <a:ext cx="1660680" cy="15451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FE57F43-1F75-2690-D4AC-AAD86F18DC5E}"/>
              </a:ext>
            </a:extLst>
          </p:cNvPr>
          <p:cNvSpPr txBox="1"/>
          <p:nvPr/>
        </p:nvSpPr>
        <p:spPr>
          <a:xfrm>
            <a:off x="5076056" y="1981698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произошло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11D5-8395-4DEE-2336-57CF707C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901DF26E-DE3D-9824-25C8-E3F2CFB08F0B}"/>
              </a:ext>
            </a:extLst>
          </p:cNvPr>
          <p:cNvSpPr/>
          <p:nvPr/>
        </p:nvSpPr>
        <p:spPr>
          <a:xfrm>
            <a:off x="2030859" y="1797978"/>
            <a:ext cx="5673047" cy="4258638"/>
          </a:xfrm>
          <a:custGeom>
            <a:avLst/>
            <a:gdLst>
              <a:gd name="connsiteX0" fmla="*/ 44521 w 5673047"/>
              <a:gd name="connsiteY0" fmla="*/ 2034283 h 4258638"/>
              <a:gd name="connsiteX1" fmla="*/ 219181 w 5673047"/>
              <a:gd name="connsiteY1" fmla="*/ 698642 h 4258638"/>
              <a:gd name="connsiteX2" fmla="*/ 1123307 w 5673047"/>
              <a:gd name="connsiteY2" fmla="*/ 174660 h 4258638"/>
              <a:gd name="connsiteX3" fmla="*/ 2736350 w 5673047"/>
              <a:gd name="connsiteY3" fmla="*/ 82193 h 4258638"/>
              <a:gd name="connsiteX4" fmla="*/ 4770633 w 5673047"/>
              <a:gd name="connsiteY4" fmla="*/ 205483 h 4258638"/>
              <a:gd name="connsiteX5" fmla="*/ 5541195 w 5673047"/>
              <a:gd name="connsiteY5" fmla="*/ 1315092 h 4258638"/>
              <a:gd name="connsiteX6" fmla="*/ 5541195 w 5673047"/>
              <a:gd name="connsiteY6" fmla="*/ 2928134 h 4258638"/>
              <a:gd name="connsiteX7" fmla="*/ 4750085 w 5673047"/>
              <a:gd name="connsiteY7" fmla="*/ 4058292 h 4258638"/>
              <a:gd name="connsiteX8" fmla="*/ 2027433 w 5673047"/>
              <a:gd name="connsiteY8" fmla="*/ 4130211 h 4258638"/>
              <a:gd name="connsiteX9" fmla="*/ 486310 w 5673047"/>
              <a:gd name="connsiteY9" fmla="*/ 3811712 h 4258638"/>
              <a:gd name="connsiteX10" fmla="*/ 44521 w 5673047"/>
              <a:gd name="connsiteY10" fmla="*/ 2034283 h 425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73047" h="4258638">
                <a:moveTo>
                  <a:pt x="44521" y="2034283"/>
                </a:moveTo>
                <a:cubicBezTo>
                  <a:pt x="0" y="1515438"/>
                  <a:pt x="39383" y="1008579"/>
                  <a:pt x="219181" y="698642"/>
                </a:cubicBezTo>
                <a:cubicBezTo>
                  <a:pt x="398979" y="388705"/>
                  <a:pt x="703779" y="277402"/>
                  <a:pt x="1123307" y="174660"/>
                </a:cubicBezTo>
                <a:cubicBezTo>
                  <a:pt x="1542835" y="71919"/>
                  <a:pt x="2128462" y="77056"/>
                  <a:pt x="2736350" y="82193"/>
                </a:cubicBezTo>
                <a:cubicBezTo>
                  <a:pt x="3344238" y="87330"/>
                  <a:pt x="4303159" y="0"/>
                  <a:pt x="4770633" y="205483"/>
                </a:cubicBezTo>
                <a:cubicBezTo>
                  <a:pt x="5238107" y="410966"/>
                  <a:pt x="5412768" y="861317"/>
                  <a:pt x="5541195" y="1315092"/>
                </a:cubicBezTo>
                <a:cubicBezTo>
                  <a:pt x="5669622" y="1768867"/>
                  <a:pt x="5673047" y="2470934"/>
                  <a:pt x="5541195" y="2928134"/>
                </a:cubicBezTo>
                <a:cubicBezTo>
                  <a:pt x="5409343" y="3385334"/>
                  <a:pt x="5335712" y="3857946"/>
                  <a:pt x="4750085" y="4058292"/>
                </a:cubicBezTo>
                <a:cubicBezTo>
                  <a:pt x="4164458" y="4258638"/>
                  <a:pt x="2738062" y="4171308"/>
                  <a:pt x="2027433" y="4130211"/>
                </a:cubicBezTo>
                <a:cubicBezTo>
                  <a:pt x="1316804" y="4089114"/>
                  <a:pt x="816795" y="4162746"/>
                  <a:pt x="486310" y="3811712"/>
                </a:cubicBezTo>
                <a:cubicBezTo>
                  <a:pt x="155825" y="3460678"/>
                  <a:pt x="89042" y="2553128"/>
                  <a:pt x="44521" y="2034283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олилиния 10">
            <a:extLst>
              <a:ext uri="{FF2B5EF4-FFF2-40B4-BE49-F238E27FC236}">
                <a16:creationId xmlns:a16="http://schemas.microsoft.com/office/drawing/2014/main" id="{1727A4B7-A2FF-66FA-6661-224A0CE8B8BC}"/>
              </a:ext>
            </a:extLst>
          </p:cNvPr>
          <p:cNvSpPr/>
          <p:nvPr/>
        </p:nvSpPr>
        <p:spPr>
          <a:xfrm>
            <a:off x="2476072" y="2118189"/>
            <a:ext cx="1998323" cy="3111357"/>
          </a:xfrm>
          <a:custGeom>
            <a:avLst/>
            <a:gdLst>
              <a:gd name="connsiteX0" fmla="*/ 61645 w 1998323"/>
              <a:gd name="connsiteY0" fmla="*/ 964058 h 3111357"/>
              <a:gd name="connsiteX1" fmla="*/ 102741 w 1998323"/>
              <a:gd name="connsiteY1" fmla="*/ 1590782 h 3111357"/>
              <a:gd name="connsiteX2" fmla="*/ 256854 w 1998323"/>
              <a:gd name="connsiteY2" fmla="*/ 2679842 h 3111357"/>
              <a:gd name="connsiteX3" fmla="*/ 1089061 w 1998323"/>
              <a:gd name="connsiteY3" fmla="*/ 3080535 h 3111357"/>
              <a:gd name="connsiteX4" fmla="*/ 1664413 w 1998323"/>
              <a:gd name="connsiteY4" fmla="*/ 2864777 h 3111357"/>
              <a:gd name="connsiteX5" fmla="*/ 1982912 w 1998323"/>
              <a:gd name="connsiteY5" fmla="*/ 1827087 h 3111357"/>
              <a:gd name="connsiteX6" fmla="*/ 1571946 w 1998323"/>
              <a:gd name="connsiteY6" fmla="*/ 285964 h 3111357"/>
              <a:gd name="connsiteX7" fmla="*/ 472611 w 1998323"/>
              <a:gd name="connsiteY7" fmla="*/ 111303 h 3111357"/>
              <a:gd name="connsiteX8" fmla="*/ 61645 w 1998323"/>
              <a:gd name="connsiteY8" fmla="*/ 964058 h 3111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98323" h="3111357">
                <a:moveTo>
                  <a:pt x="61645" y="964058"/>
                </a:moveTo>
                <a:cubicBezTo>
                  <a:pt x="0" y="1210638"/>
                  <a:pt x="70206" y="1304818"/>
                  <a:pt x="102741" y="1590782"/>
                </a:cubicBezTo>
                <a:cubicBezTo>
                  <a:pt x="135276" y="1876746"/>
                  <a:pt x="92467" y="2431550"/>
                  <a:pt x="256854" y="2679842"/>
                </a:cubicBezTo>
                <a:cubicBezTo>
                  <a:pt x="421241" y="2928134"/>
                  <a:pt x="854468" y="3049713"/>
                  <a:pt x="1089061" y="3080535"/>
                </a:cubicBezTo>
                <a:cubicBezTo>
                  <a:pt x="1323654" y="3111357"/>
                  <a:pt x="1515438" y="3073685"/>
                  <a:pt x="1664413" y="2864777"/>
                </a:cubicBezTo>
                <a:cubicBezTo>
                  <a:pt x="1813388" y="2655869"/>
                  <a:pt x="1998323" y="2256889"/>
                  <a:pt x="1982912" y="1827087"/>
                </a:cubicBezTo>
                <a:cubicBezTo>
                  <a:pt x="1967501" y="1397285"/>
                  <a:pt x="1823663" y="571928"/>
                  <a:pt x="1571946" y="285964"/>
                </a:cubicBezTo>
                <a:cubicBezTo>
                  <a:pt x="1320229" y="0"/>
                  <a:pt x="724328" y="1712"/>
                  <a:pt x="472611" y="111303"/>
                </a:cubicBezTo>
                <a:cubicBezTo>
                  <a:pt x="220894" y="220894"/>
                  <a:pt x="123290" y="717478"/>
                  <a:pt x="61645" y="964058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F2A6A5-1D27-B31B-4D4B-160744BD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Формула вычисления условной вероятности </a:t>
            </a:r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ru-RU" dirty="0">
                <a:solidFill>
                  <a:srgbClr val="FF0000"/>
                </a:solidFill>
              </a:rPr>
              <a:t>А</a:t>
            </a:r>
            <a:r>
              <a:rPr lang="en-US" dirty="0">
                <a:solidFill>
                  <a:srgbClr val="FF0000"/>
                </a:solidFill>
              </a:rPr>
              <a:t>|</a:t>
            </a:r>
            <a:r>
              <a:rPr lang="ru-RU" dirty="0">
                <a:solidFill>
                  <a:srgbClr val="FF0000"/>
                </a:solidFill>
              </a:rPr>
              <a:t>В</a:t>
            </a:r>
            <a:r>
              <a:rPr lang="en-US" dirty="0">
                <a:solidFill>
                  <a:srgbClr val="FF0000"/>
                </a:solidFill>
              </a:rPr>
              <a:t>)</a:t>
            </a:r>
            <a:r>
              <a:rPr lang="ru-RU" dirty="0"/>
              <a:t> 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6A9A01B6-4886-A074-F3B3-BF6B00AAC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46236"/>
            <a:ext cx="8229600" cy="4958227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r>
              <a:rPr lang="ru-RU" dirty="0">
                <a:solidFill>
                  <a:srgbClr val="FF0000"/>
                </a:solidFill>
              </a:rPr>
              <a:t>Р(А</a:t>
            </a:r>
            <a:r>
              <a:rPr lang="en-US" dirty="0">
                <a:solidFill>
                  <a:srgbClr val="FF0000"/>
                </a:solidFill>
              </a:rPr>
              <a:t>|</a:t>
            </a:r>
            <a:r>
              <a:rPr lang="ru-RU" dirty="0">
                <a:solidFill>
                  <a:srgbClr val="FF0000"/>
                </a:solidFill>
              </a:rPr>
              <a:t>В</a:t>
            </a:r>
            <a:r>
              <a:rPr lang="en-US" dirty="0">
                <a:solidFill>
                  <a:srgbClr val="FF0000"/>
                </a:solidFill>
              </a:rPr>
              <a:t>)=</a:t>
            </a:r>
            <a:r>
              <a:rPr lang="ru-RU" dirty="0">
                <a:solidFill>
                  <a:srgbClr val="FF0000"/>
                </a:solidFill>
              </a:rPr>
              <a:t>Р(АВ)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ru-RU" dirty="0">
                <a:solidFill>
                  <a:srgbClr val="FF0000"/>
                </a:solidFill>
              </a:rPr>
              <a:t>В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D599BF-4432-AB22-3A3C-BEBD0CDD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8" name="Полилиния 7">
            <a:extLst>
              <a:ext uri="{FF2B5EF4-FFF2-40B4-BE49-F238E27FC236}">
                <a16:creationId xmlns:a16="http://schemas.microsoft.com/office/drawing/2014/main" id="{990F24BE-57A0-C270-2A7A-C4541B94A006}"/>
              </a:ext>
            </a:extLst>
          </p:cNvPr>
          <p:cNvSpPr/>
          <p:nvPr/>
        </p:nvSpPr>
        <p:spPr>
          <a:xfrm>
            <a:off x="3743218" y="2525730"/>
            <a:ext cx="2916149" cy="1821951"/>
          </a:xfrm>
          <a:custGeom>
            <a:avLst/>
            <a:gdLst>
              <a:gd name="connsiteX0" fmla="*/ 273978 w 2916149"/>
              <a:gd name="connsiteY0" fmla="*/ 227744 h 1821951"/>
              <a:gd name="connsiteX1" fmla="*/ 1013717 w 2916149"/>
              <a:gd name="connsiteY1" fmla="*/ 32535 h 1821951"/>
              <a:gd name="connsiteX2" fmla="*/ 1332216 w 2916149"/>
              <a:gd name="connsiteY2" fmla="*/ 32535 h 1821951"/>
              <a:gd name="connsiteX3" fmla="*/ 2164422 w 2916149"/>
              <a:gd name="connsiteY3" fmla="*/ 227744 h 1821951"/>
              <a:gd name="connsiteX4" fmla="*/ 2821969 w 2916149"/>
              <a:gd name="connsiteY4" fmla="*/ 720904 h 1821951"/>
              <a:gd name="connsiteX5" fmla="*/ 2729501 w 2916149"/>
              <a:gd name="connsiteY5" fmla="*/ 1594207 h 1821951"/>
              <a:gd name="connsiteX6" fmla="*/ 1897294 w 2916149"/>
              <a:gd name="connsiteY6" fmla="*/ 1820239 h 1821951"/>
              <a:gd name="connsiteX7" fmla="*/ 448638 w 2916149"/>
              <a:gd name="connsiteY7" fmla="*/ 1604481 h 1821951"/>
              <a:gd name="connsiteX8" fmla="*/ 27398 w 2916149"/>
              <a:gd name="connsiteY8" fmla="*/ 1029128 h 1821951"/>
              <a:gd name="connsiteX9" fmla="*/ 273978 w 2916149"/>
              <a:gd name="connsiteY9" fmla="*/ 227744 h 1821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16149" h="1821951">
                <a:moveTo>
                  <a:pt x="273978" y="227744"/>
                </a:moveTo>
                <a:cubicBezTo>
                  <a:pt x="438365" y="61645"/>
                  <a:pt x="837344" y="65070"/>
                  <a:pt x="1013717" y="32535"/>
                </a:cubicBezTo>
                <a:cubicBezTo>
                  <a:pt x="1190090" y="0"/>
                  <a:pt x="1140432" y="0"/>
                  <a:pt x="1332216" y="32535"/>
                </a:cubicBezTo>
                <a:cubicBezTo>
                  <a:pt x="1524000" y="65070"/>
                  <a:pt x="1916130" y="113016"/>
                  <a:pt x="2164422" y="227744"/>
                </a:cubicBezTo>
                <a:cubicBezTo>
                  <a:pt x="2412714" y="342472"/>
                  <a:pt x="2727789" y="493160"/>
                  <a:pt x="2821969" y="720904"/>
                </a:cubicBezTo>
                <a:cubicBezTo>
                  <a:pt x="2916149" y="948648"/>
                  <a:pt x="2883613" y="1410985"/>
                  <a:pt x="2729501" y="1594207"/>
                </a:cubicBezTo>
                <a:cubicBezTo>
                  <a:pt x="2575389" y="1777429"/>
                  <a:pt x="2277438" y="1818527"/>
                  <a:pt x="1897294" y="1820239"/>
                </a:cubicBezTo>
                <a:cubicBezTo>
                  <a:pt x="1517150" y="1821951"/>
                  <a:pt x="760287" y="1736333"/>
                  <a:pt x="448638" y="1604481"/>
                </a:cubicBezTo>
                <a:cubicBezTo>
                  <a:pt x="136989" y="1472629"/>
                  <a:pt x="54796" y="1260296"/>
                  <a:pt x="27398" y="1029128"/>
                </a:cubicBezTo>
                <a:cubicBezTo>
                  <a:pt x="0" y="797960"/>
                  <a:pt x="109592" y="393843"/>
                  <a:pt x="273978" y="227744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F1DE0-A36B-B7E2-EF1A-4561D49CF1F5}"/>
              </a:ext>
            </a:extLst>
          </p:cNvPr>
          <p:cNvSpPr txBox="1"/>
          <p:nvPr/>
        </p:nvSpPr>
        <p:spPr>
          <a:xfrm>
            <a:off x="3000364" y="4357694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39DEE-6D7E-6973-684A-818B8D19A77B}"/>
              </a:ext>
            </a:extLst>
          </p:cNvPr>
          <p:cNvSpPr txBox="1"/>
          <p:nvPr/>
        </p:nvSpPr>
        <p:spPr>
          <a:xfrm>
            <a:off x="5429256" y="357187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763A33-1858-E67D-18A1-84979CC5AF4F}"/>
              </a:ext>
            </a:extLst>
          </p:cNvPr>
          <p:cNvSpPr txBox="1"/>
          <p:nvPr/>
        </p:nvSpPr>
        <p:spPr>
          <a:xfrm>
            <a:off x="3786182" y="3429000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659C1B-6CE0-94E4-91B7-9C72DFF46BC8}"/>
              </a:ext>
            </a:extLst>
          </p:cNvPr>
          <p:cNvSpPr txBox="1"/>
          <p:nvPr/>
        </p:nvSpPr>
        <p:spPr>
          <a:xfrm>
            <a:off x="6286512" y="214311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Ω</a:t>
            </a:r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7343B0E3-7F3E-F487-FF9C-A035253C2495}"/>
                  </a:ext>
                </a:extLst>
              </p14:cNvPr>
              <p14:cNvContentPartPr/>
              <p14:nvPr/>
            </p14:nvContentPartPr>
            <p14:xfrm>
              <a:off x="3887703" y="2883858"/>
              <a:ext cx="385560" cy="12492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7343B0E3-7F3E-F487-FF9C-A035253C24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81583" y="2877738"/>
                <a:ext cx="39780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Рукописный ввод 6">
                <a:extLst>
                  <a:ext uri="{FF2B5EF4-FFF2-40B4-BE49-F238E27FC236}">
                    <a16:creationId xmlns:a16="http://schemas.microsoft.com/office/drawing/2014/main" id="{6065C58B-B5F2-452A-92E2-A70E08C5E6FF}"/>
                  </a:ext>
                </a:extLst>
              </p14:cNvPr>
              <p14:cNvContentPartPr/>
              <p14:nvPr/>
            </p14:nvContentPartPr>
            <p14:xfrm>
              <a:off x="3831903" y="3131178"/>
              <a:ext cx="507240" cy="73080"/>
            </p14:xfrm>
          </p:contentPart>
        </mc:Choice>
        <mc:Fallback>
          <p:pic>
            <p:nvPicPr>
              <p:cNvPr id="7" name="Рукописный ввод 6">
                <a:extLst>
                  <a:ext uri="{FF2B5EF4-FFF2-40B4-BE49-F238E27FC236}">
                    <a16:creationId xmlns:a16="http://schemas.microsoft.com/office/drawing/2014/main" id="{6065C58B-B5F2-452A-92E2-A70E08C5E6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25787" y="3125058"/>
                <a:ext cx="519471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0FD2306F-7F6E-E8BE-3CFE-CA80BE470E62}"/>
                  </a:ext>
                </a:extLst>
              </p14:cNvPr>
              <p14:cNvContentPartPr/>
              <p14:nvPr/>
            </p14:nvContentPartPr>
            <p14:xfrm>
              <a:off x="3796983" y="3411978"/>
              <a:ext cx="599040" cy="864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0FD2306F-7F6E-E8BE-3CFE-CA80BE470E6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90859" y="3405858"/>
                <a:ext cx="611287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AAF9B6FB-FEC1-FF32-7BDC-1C241B628235}"/>
                  </a:ext>
                </a:extLst>
              </p14:cNvPr>
              <p14:cNvContentPartPr/>
              <p14:nvPr/>
            </p14:nvContentPartPr>
            <p14:xfrm>
              <a:off x="3783303" y="3643098"/>
              <a:ext cx="733320" cy="57600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AAF9B6FB-FEC1-FF32-7BDC-1C241B62823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77183" y="3636940"/>
                <a:ext cx="745560" cy="69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BFFC8B76-7A09-455F-EE24-8C331BD4226C}"/>
                  </a:ext>
                </a:extLst>
              </p14:cNvPr>
              <p14:cNvContentPartPr/>
              <p14:nvPr/>
            </p14:nvContentPartPr>
            <p14:xfrm>
              <a:off x="3915783" y="3908778"/>
              <a:ext cx="510120" cy="42480"/>
            </p14:xfrm>
          </p:contentPart>
        </mc:Choice>
        <mc:Fallback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BFFC8B76-7A09-455F-EE24-8C331BD422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09663" y="3902658"/>
                <a:ext cx="5223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3E61A29F-B7D8-8363-9F1B-9E464B210327}"/>
                  </a:ext>
                </a:extLst>
              </p14:cNvPr>
              <p14:cNvContentPartPr/>
              <p14:nvPr/>
            </p14:nvContentPartPr>
            <p14:xfrm>
              <a:off x="4167063" y="4096698"/>
              <a:ext cx="292680" cy="792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3E61A29F-B7D8-8363-9F1B-9E464B21032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60943" y="4090578"/>
                <a:ext cx="304920" cy="2016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DDE0E96C-6BD7-CA82-8E7B-D337A915CBE5}"/>
              </a:ext>
            </a:extLst>
          </p:cNvPr>
          <p:cNvSpPr txBox="1"/>
          <p:nvPr/>
        </p:nvSpPr>
        <p:spPr>
          <a:xfrm>
            <a:off x="2771800" y="1981698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произошло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E5B4F2C8-585C-B242-1D0B-97638D7AE1B5}"/>
                  </a:ext>
                </a:extLst>
              </p14:cNvPr>
              <p14:cNvContentPartPr/>
              <p14:nvPr/>
            </p14:nvContentPartPr>
            <p14:xfrm>
              <a:off x="3217023" y="1535298"/>
              <a:ext cx="950760" cy="1424520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E5B4F2C8-585C-B242-1D0B-97638D7AE1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10903" y="1529178"/>
                <a:ext cx="963000" cy="14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Рукописный ввод 25">
                <a:extLst>
                  <a:ext uri="{FF2B5EF4-FFF2-40B4-BE49-F238E27FC236}">
                    <a16:creationId xmlns:a16="http://schemas.microsoft.com/office/drawing/2014/main" id="{35C5DC6E-2857-A8AF-AA86-C85CD645789B}"/>
                  </a:ext>
                </a:extLst>
              </p14:cNvPr>
              <p14:cNvContentPartPr/>
              <p14:nvPr/>
            </p14:nvContentPartPr>
            <p14:xfrm>
              <a:off x="3133863" y="2680098"/>
              <a:ext cx="211680" cy="256320"/>
            </p14:xfrm>
          </p:contentPart>
        </mc:Choice>
        <mc:Fallback>
          <p:pic>
            <p:nvPicPr>
              <p:cNvPr id="26" name="Рукописный ввод 25">
                <a:extLst>
                  <a:ext uri="{FF2B5EF4-FFF2-40B4-BE49-F238E27FC236}">
                    <a16:creationId xmlns:a16="http://schemas.microsoft.com/office/drawing/2014/main" id="{35C5DC6E-2857-A8AF-AA86-C85CD645789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27743" y="2673978"/>
                <a:ext cx="223920" cy="2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843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Формулы условной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>
              <a:buNone/>
            </a:pPr>
            <a:endParaRPr lang="ru-RU" dirty="0"/>
          </a:p>
          <a:p>
            <a:pPr algn="ctr">
              <a:buNone/>
            </a:pPr>
            <a:r>
              <a:rPr lang="ru-RU" dirty="0"/>
              <a:t>Р(В</a:t>
            </a:r>
            <a:r>
              <a:rPr lang="en-US" dirty="0"/>
              <a:t>|A)=</a:t>
            </a:r>
            <a:r>
              <a:rPr lang="ru-RU" dirty="0"/>
              <a:t>Р(АВ) </a:t>
            </a:r>
            <a:r>
              <a:rPr lang="en-US" dirty="0"/>
              <a:t>/</a:t>
            </a:r>
            <a:r>
              <a:rPr lang="ru-RU" dirty="0"/>
              <a:t> </a:t>
            </a:r>
            <a:r>
              <a:rPr lang="en-US" dirty="0"/>
              <a:t>P(A)</a:t>
            </a:r>
            <a:endParaRPr lang="ru-RU" dirty="0"/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r>
              <a:rPr lang="ru-RU" dirty="0">
                <a:solidFill>
                  <a:schemeClr val="accent3"/>
                </a:solidFill>
              </a:rPr>
              <a:t>И</a:t>
            </a:r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r>
              <a:rPr lang="en-US" dirty="0"/>
              <a:t>P(A|</a:t>
            </a:r>
            <a:r>
              <a:rPr lang="ru-RU" dirty="0"/>
              <a:t>В)=Р(АВ) </a:t>
            </a:r>
            <a:r>
              <a:rPr lang="en-US" dirty="0"/>
              <a:t>/</a:t>
            </a:r>
            <a:r>
              <a:rPr lang="ru-RU" dirty="0"/>
              <a:t> Р(В)</a:t>
            </a:r>
            <a:endParaRPr lang="en-US" dirty="0"/>
          </a:p>
          <a:p>
            <a:pPr algn="ctr">
              <a:buNone/>
            </a:pPr>
            <a:endParaRPr lang="en-US" dirty="0"/>
          </a:p>
          <a:p>
            <a:pPr>
              <a:buNone/>
            </a:pPr>
            <a:r>
              <a:rPr lang="ru-RU" dirty="0"/>
              <a:t>   Условная вероятность одного события, при условии, что другое совместное событие произошло, равна вероятности произведения этих событий, деленная на вероятность события, которое произошло</a:t>
            </a:r>
          </a:p>
          <a:p>
            <a:pPr algn="ctr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Теорема умножений вероятностей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pPr algn="ctr">
              <a:buNone/>
            </a:pPr>
            <a:r>
              <a:rPr lang="ru-RU" dirty="0"/>
              <a:t>Р(АВ)=Р(А)⦁Р(В</a:t>
            </a:r>
            <a:r>
              <a:rPr lang="en-US" dirty="0"/>
              <a:t>|</a:t>
            </a:r>
            <a:r>
              <a:rPr lang="ru-RU" dirty="0"/>
              <a:t>А)=Р(В)⦁Р(А</a:t>
            </a:r>
            <a:r>
              <a:rPr lang="en-US" dirty="0"/>
              <a:t>|</a:t>
            </a:r>
            <a:r>
              <a:rPr lang="ru-RU" dirty="0"/>
              <a:t>В)</a:t>
            </a:r>
          </a:p>
          <a:p>
            <a:pPr algn="ctr"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Вероятность произведения двух событий равна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произведению одного из них </a:t>
            </a:r>
            <a:r>
              <a:rPr lang="ru-RU" dirty="0"/>
              <a:t>на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условную вероятность другого</a:t>
            </a:r>
            <a:r>
              <a:rPr lang="ru-RU" dirty="0"/>
              <a:t>, найденную в предположении, что первое событие произошло.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Теорема умножения произвольного числа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ru-RU" dirty="0"/>
              <a:t>Для произвольного числа событий</a:t>
            </a:r>
          </a:p>
          <a:p>
            <a:pPr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⦁А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⦁…⦁А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k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)⦁Р(А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)⦁ Р(А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⦁А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)…Р(А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k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⦁А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⦁…⦁А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k-1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0" indent="0" algn="ctr">
              <a:buNone/>
            </a:pPr>
            <a:endParaRPr lang="ru-RU" dirty="0"/>
          </a:p>
          <a:p>
            <a:pPr marL="92075" indent="-92075">
              <a:buNone/>
            </a:pPr>
            <a:r>
              <a:rPr lang="ru-RU" dirty="0"/>
              <a:t>Вероятность произведения нескольких событий равна произведению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вероятности одного из этих событий на условные вероятности других</a:t>
            </a:r>
            <a:r>
              <a:rPr lang="en-US" dirty="0"/>
              <a:t>; </a:t>
            </a:r>
            <a:r>
              <a:rPr lang="ru-RU" dirty="0"/>
              <a:t>при этом условная вероятность каждого последующего события вычисляется в предположении, что все предыдущие произошли.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Зависимость и независимость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Событие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В называется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независимым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от события А</a:t>
            </a:r>
            <a:r>
              <a:rPr lang="ru-RU" dirty="0"/>
              <a:t>, если его вероятность не меняется от того, произошло событие А или нет, то есть 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Р(В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А)=Р(В).    </a:t>
            </a:r>
          </a:p>
          <a:p>
            <a:pPr algn="ctr">
              <a:buNone/>
            </a:pPr>
            <a:r>
              <a:rPr lang="ru-RU" dirty="0"/>
              <a:t>/ условная вероятность равна безусловной</a:t>
            </a:r>
            <a:r>
              <a:rPr lang="en-US" dirty="0"/>
              <a:t>/</a:t>
            </a:r>
            <a:endParaRPr lang="ru-RU" dirty="0"/>
          </a:p>
          <a:p>
            <a:endParaRPr lang="ru-RU" dirty="0"/>
          </a:p>
          <a:p>
            <a:r>
              <a:rPr lang="ru-RU" dirty="0"/>
              <a:t>В противном случае, если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Р(В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А)≠Р(В), </a:t>
            </a:r>
            <a:r>
              <a:rPr lang="ru-RU" dirty="0"/>
              <a:t>событие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В называется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зависимым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от 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Зависимость и независимость А и В всегда взаимны. </a:t>
            </a:r>
          </a:p>
          <a:p>
            <a:endParaRPr lang="ru-RU" dirty="0"/>
          </a:p>
          <a:p>
            <a:r>
              <a:rPr lang="ru-RU" dirty="0"/>
              <a:t>Для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независимых событий теорема умножения </a:t>
            </a:r>
            <a:r>
              <a:rPr lang="ru-RU" dirty="0"/>
              <a:t>принимает вид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Р(АВ)=Р(А)⦁Р(В)</a:t>
            </a:r>
          </a:p>
          <a:p>
            <a:pPr algn="ctr">
              <a:buNone/>
            </a:pP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⦁А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⦁…⦁А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k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)⦁Р(А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)⦁ Р(А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)…Р(А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k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Условия , которые должны выполняться если события А и 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dirty="0"/>
              <a:t>Независимые</a:t>
            </a:r>
          </a:p>
          <a:p>
            <a:pPr>
              <a:buNone/>
            </a:pPr>
            <a:endParaRPr lang="ru-RU" dirty="0"/>
          </a:p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Р(В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А)=Р(В)</a:t>
            </a:r>
          </a:p>
          <a:p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Р(АВ)=Р(А)⦁Р(В)</a:t>
            </a:r>
          </a:p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>
              <a:buNone/>
            </a:pPr>
            <a:r>
              <a:rPr lang="ru-RU" dirty="0"/>
              <a:t>Зависимые </a:t>
            </a:r>
          </a:p>
          <a:p>
            <a:endParaRPr lang="ru-RU" dirty="0"/>
          </a:p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Р(В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А)≠Р(В)</a:t>
            </a:r>
          </a:p>
          <a:p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Р(АВ)=Р(А)⦁Р(В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А)=</a:t>
            </a:r>
          </a:p>
          <a:p>
            <a:pPr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=Р(В)⦁Р(А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|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В)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  <a:p>
            <a:r>
              <a:rPr lang="ru-RU" dirty="0"/>
              <a:t>Все элементарные исходы в пространстве  </a:t>
            </a:r>
            <a:r>
              <a:rPr lang="el-GR" dirty="0"/>
              <a:t>Ω</a:t>
            </a:r>
            <a:r>
              <a:rPr lang="ru-RU" dirty="0"/>
              <a:t> элементарных исходов испытания </a:t>
            </a:r>
            <a:r>
              <a:rPr lang="ru-RU" u="sng" dirty="0"/>
              <a:t>зависимы</a:t>
            </a:r>
            <a:r>
              <a:rPr lang="ru-RU" dirty="0"/>
              <a:t>, так как </a:t>
            </a:r>
            <a:r>
              <a:rPr lang="ru-RU" u="sng" dirty="0"/>
              <a:t>несовместны</a:t>
            </a:r>
            <a:r>
              <a:rPr lang="en-US" u="sng" dirty="0"/>
              <a:t>,</a:t>
            </a:r>
            <a:r>
              <a:rPr lang="en-US" dirty="0"/>
              <a:t> </a:t>
            </a:r>
            <a:r>
              <a:rPr lang="ru-RU" dirty="0"/>
              <a:t>так как наступление одного из них исключает(влияет) на наступление остальных.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Теорема сложения </a:t>
            </a:r>
            <a:r>
              <a:rPr lang="ru-RU" u="sng" dirty="0"/>
              <a:t>совместных</a:t>
            </a:r>
            <a:r>
              <a:rPr lang="ru-RU" dirty="0"/>
              <a:t>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Вероятность суммы двух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совместных  событий </a:t>
            </a:r>
            <a:r>
              <a:rPr lang="ru-RU" dirty="0"/>
              <a:t>равна сумме вероятностей этих событий минус вероятность их произведения.</a:t>
            </a: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428860" y="3643314"/>
            <a:ext cx="4572032" cy="2071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143240" y="4071942"/>
            <a:ext cx="1357322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214810" y="3857628"/>
            <a:ext cx="1571636" cy="12858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786050" y="492919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9322" y="478632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5400000">
            <a:off x="3143240" y="4214818"/>
            <a:ext cx="571504" cy="42862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rot="5400000">
            <a:off x="3393273" y="4250537"/>
            <a:ext cx="785818" cy="57150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rot="16200000" flipH="1" flipV="1">
            <a:off x="3818836" y="4130598"/>
            <a:ext cx="883257" cy="62307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7" idx="0"/>
          </p:cNvCxnSpPr>
          <p:nvPr/>
        </p:nvCxnSpPr>
        <p:spPr>
          <a:xfrm rot="16200000" flipH="1" flipV="1">
            <a:off x="4179091" y="4036223"/>
            <a:ext cx="1000132" cy="64294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rot="5400000" flipH="1" flipV="1">
            <a:off x="4357686" y="4143380"/>
            <a:ext cx="1143008" cy="71438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5400000" flipH="1" flipV="1">
            <a:off x="4643438" y="4286256"/>
            <a:ext cx="1071570" cy="64294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rot="5400000" flipH="1" flipV="1">
            <a:off x="5036347" y="4393413"/>
            <a:ext cx="857256" cy="50006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86182" y="5143512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А+В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7950" y="3786190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Ω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Теорема сложения совместных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ru-RU" dirty="0"/>
          </a:p>
          <a:p>
            <a:pPr algn="ctr">
              <a:buNone/>
            </a:pPr>
            <a:r>
              <a:rPr lang="ru-RU" dirty="0"/>
              <a:t>Р(А+В)=Р(А)+Р(В)-Р(А⦁В)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428860" y="3643314"/>
            <a:ext cx="4572032" cy="2071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143240" y="4071942"/>
            <a:ext cx="1357322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214810" y="3857628"/>
            <a:ext cx="1571636" cy="12858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786050" y="492919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9322" y="478632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5400000">
            <a:off x="3143240" y="4214818"/>
            <a:ext cx="571504" cy="42862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rot="5400000">
            <a:off x="3393273" y="4250537"/>
            <a:ext cx="785818" cy="57150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rot="16200000" flipH="1" flipV="1">
            <a:off x="3818836" y="4130598"/>
            <a:ext cx="883257" cy="62307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7" idx="0"/>
          </p:cNvCxnSpPr>
          <p:nvPr/>
        </p:nvCxnSpPr>
        <p:spPr>
          <a:xfrm rot="16200000" flipH="1" flipV="1">
            <a:off x="4179091" y="4036223"/>
            <a:ext cx="1000132" cy="64294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rot="5400000" flipH="1" flipV="1">
            <a:off x="4357686" y="4143380"/>
            <a:ext cx="1143008" cy="71438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5400000" flipH="1" flipV="1">
            <a:off x="4643438" y="4286256"/>
            <a:ext cx="1071570" cy="64294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rot="5400000" flipH="1" flipV="1">
            <a:off x="5036347" y="4393413"/>
            <a:ext cx="857256" cy="50006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86182" y="5143512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А+В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7950" y="3786190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Ω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Формула полной вероятности события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Пусть событие А может произойти совместно с любым из событий </a:t>
            </a:r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ru-RU" dirty="0"/>
              <a:t>, </a:t>
            </a:r>
            <a:r>
              <a:rPr lang="en-US" dirty="0"/>
              <a:t>H</a:t>
            </a:r>
            <a:r>
              <a:rPr lang="ru-RU" baseline="-25000" dirty="0"/>
              <a:t>2</a:t>
            </a:r>
            <a:r>
              <a:rPr lang="ru-RU" dirty="0"/>
              <a:t>,</a:t>
            </a:r>
            <a:r>
              <a:rPr lang="en-US" dirty="0"/>
              <a:t>…</a:t>
            </a:r>
            <a:r>
              <a:rPr lang="ru-RU" dirty="0"/>
              <a:t>, </a:t>
            </a:r>
            <a:r>
              <a:rPr lang="en-US" dirty="0" err="1"/>
              <a:t>H</a:t>
            </a:r>
            <a:r>
              <a:rPr lang="en-US" baseline="-25000" dirty="0" err="1"/>
              <a:t>n</a:t>
            </a:r>
            <a:r>
              <a:rPr lang="ru-RU" dirty="0"/>
              <a:t>, которые образуют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полную группу  и несовместны, </a:t>
            </a:r>
            <a:r>
              <a:rPr lang="ru-RU" dirty="0"/>
              <a:t>что означает, что</a:t>
            </a:r>
            <a:endParaRPr lang="en-US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ru-RU" dirty="0"/>
              <a:t>События  </a:t>
            </a:r>
            <a:r>
              <a:rPr lang="en-US" dirty="0"/>
              <a:t>H</a:t>
            </a:r>
            <a:r>
              <a:rPr lang="en-US" i="1" baseline="-25000" dirty="0"/>
              <a:t>i </a:t>
            </a:r>
            <a:r>
              <a:rPr lang="en-US" dirty="0"/>
              <a:t>- </a:t>
            </a:r>
            <a:r>
              <a:rPr lang="ru-RU" dirty="0"/>
              <a:t>будем называть гипотезами.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7" name="Рисунок 6" descr="Изображение выглядит как рукописный текст, Шрифт,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87D8AF-9234-D5C0-E9F7-944CF25F1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942" y="4013907"/>
            <a:ext cx="5150115" cy="7112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Формула полной вероятности события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Пусть известны </a:t>
            </a:r>
          </a:p>
          <a:p>
            <a:pPr>
              <a:buNone/>
            </a:pPr>
            <a:endParaRPr lang="en-US" dirty="0"/>
          </a:p>
          <a:p>
            <a:r>
              <a:rPr lang="ru-RU" dirty="0"/>
              <a:t>вероятности гипотез </a:t>
            </a:r>
            <a:endParaRPr lang="en-US" dirty="0"/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…, Р(</a:t>
            </a:r>
            <a:r>
              <a:rPr lang="en-US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</a:p>
          <a:p>
            <a:r>
              <a:rPr lang="ru-RU" dirty="0"/>
              <a:t> и условные вероятности события А </a:t>
            </a:r>
            <a:endParaRPr lang="en-US" dirty="0"/>
          </a:p>
          <a:p>
            <a:pPr algn="ctr">
              <a:buNone/>
            </a:pPr>
            <a:r>
              <a:rPr lang="ru-RU" dirty="0"/>
              <a:t> 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A|H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A|H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…, Р(</a:t>
            </a:r>
            <a:r>
              <a:rPr lang="en-US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A|H</a:t>
            </a:r>
            <a:r>
              <a:rPr lang="en-US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 </a:t>
            </a: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ctr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Формула полной вероятности события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/>
              <a:t>Тогда вероятность события А будет равна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эта формула называется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формулой полной вероятности события.</a:t>
            </a:r>
          </a:p>
          <a:p>
            <a:pPr>
              <a:buNone/>
            </a:pP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ru-RU" dirty="0"/>
              <a:t>Вероятности Р(</a:t>
            </a:r>
            <a:r>
              <a:rPr lang="en-US" dirty="0"/>
              <a:t>H</a:t>
            </a:r>
            <a:r>
              <a:rPr lang="en-US" baseline="-25000" dirty="0"/>
              <a:t>i</a:t>
            </a:r>
            <a:r>
              <a:rPr lang="en-US" dirty="0"/>
              <a:t>) </a:t>
            </a:r>
            <a:r>
              <a:rPr lang="ru-RU" dirty="0"/>
              <a:t>называют априорными (</a:t>
            </a:r>
            <a:r>
              <a:rPr lang="ru-RU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доопытными</a:t>
            </a:r>
            <a:r>
              <a:rPr lang="ru-RU" dirty="0"/>
              <a:t>) вероятностями гипотез.</a:t>
            </a:r>
          </a:p>
          <a:p>
            <a:pPr>
              <a:buNone/>
            </a:pP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9" name="Рисунок 8" descr="Изображение выглядит как Шрифт, рукописный текст, текст, типография">
            <a:extLst>
              <a:ext uri="{FF2B5EF4-FFF2-40B4-BE49-F238E27FC236}">
                <a16:creationId xmlns:a16="http://schemas.microsoft.com/office/drawing/2014/main" id="{7D1E4AF4-7004-72E9-976E-05CB7AB9D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204864"/>
            <a:ext cx="7245722" cy="14161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Задача: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/>
              <a:t>В торговую фирму поступили телевизоры  от трех производителей в отношении 1</a:t>
            </a:r>
            <a:r>
              <a:rPr lang="en-US" dirty="0"/>
              <a:t>:4:5</a:t>
            </a:r>
            <a:r>
              <a:rPr lang="ru-RU" dirty="0"/>
              <a:t>.</a:t>
            </a:r>
          </a:p>
          <a:p>
            <a:pPr>
              <a:buNone/>
            </a:pPr>
            <a:r>
              <a:rPr lang="ru-RU" dirty="0"/>
              <a:t>Практика показала, что телевизоры от первого производителя </a:t>
            </a:r>
            <a:r>
              <a:rPr lang="ru-RU" u="sng" dirty="0"/>
              <a:t>не потребуют </a:t>
            </a:r>
            <a:r>
              <a:rPr lang="ru-RU" dirty="0"/>
              <a:t>ремонта в течении гарантийного срока в 98% случаев,  от второго производителя в 88% случаев, от третьего в 92% случаев.</a:t>
            </a:r>
          </a:p>
          <a:p>
            <a:pPr>
              <a:buNone/>
            </a:pPr>
            <a:r>
              <a:rPr lang="ru-RU" dirty="0"/>
              <a:t>Найти вероятность того, что выбранный случайным образом телевизор </a:t>
            </a:r>
            <a:r>
              <a:rPr lang="ru-RU" u="sng" dirty="0"/>
              <a:t>не потребует </a:t>
            </a:r>
            <a:r>
              <a:rPr lang="ru-RU" dirty="0"/>
              <a:t>ремонта в течении гарантийного срока.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/>
              <a:t>1) Обозначим событие: </a:t>
            </a:r>
          </a:p>
          <a:p>
            <a:pPr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А- выбранный наудачу телевизор не потребует ремонта</a:t>
            </a:r>
          </a:p>
          <a:p>
            <a:pPr>
              <a:buNone/>
            </a:pPr>
            <a:r>
              <a:rPr lang="ru-RU" dirty="0"/>
              <a:t>2) Введем гипотезы:</a:t>
            </a:r>
          </a:p>
          <a:p>
            <a:pPr>
              <a:buNone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телевизор поступил от 1-го поставщика</a:t>
            </a:r>
          </a:p>
          <a:p>
            <a:pPr>
              <a:buNone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телевизор поступил от 2-го поставщика</a:t>
            </a:r>
          </a:p>
          <a:p>
            <a:pPr>
              <a:buNone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телевизор поступил от 3-го поставщика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3) Находим вероятности гипотез</a:t>
            </a:r>
          </a:p>
          <a:p>
            <a:pPr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/(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+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4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+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5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)= 0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,1</a:t>
            </a:r>
          </a:p>
          <a:p>
            <a:pPr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=4/(1+4+5)=0,4</a:t>
            </a:r>
          </a:p>
          <a:p>
            <a:pPr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 5/(1+4+5)=0,5</a:t>
            </a:r>
          </a:p>
          <a:p>
            <a:pPr>
              <a:buNone/>
            </a:pPr>
            <a:r>
              <a:rPr lang="ru-RU" dirty="0"/>
              <a:t>4) Выполняем проверку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так как</a:t>
            </a:r>
            <a:r>
              <a:rPr lang="en-US" dirty="0"/>
              <a:t> </a:t>
            </a:r>
            <a:r>
              <a:rPr lang="ru-RU" dirty="0"/>
              <a:t>гипотезы должны образовывать полную группу несовместных событий.</a:t>
            </a:r>
          </a:p>
          <a:p>
            <a:pPr>
              <a:buNone/>
            </a:pP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ru-RU" dirty="0"/>
              <a:t>Проверка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: 0,1+0,4+0,5=1 (верно).</a:t>
            </a:r>
            <a:endParaRPr lang="en-US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7" name="Рисунок 6" descr="Изображение выглядит как Шрифт, рукописный текст, типограф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76742E-3F6D-438C-E41E-F8EF49FB9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342" y="5106615"/>
            <a:ext cx="2235315" cy="482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2000" dirty="0"/>
              <a:t>5) </a:t>
            </a:r>
            <a:r>
              <a:rPr lang="ru-RU" sz="2200" dirty="0"/>
              <a:t>Находим условные вероятности событий  Р(</a:t>
            </a:r>
            <a:r>
              <a:rPr lang="en-US" sz="2200" dirty="0"/>
              <a:t>A|H</a:t>
            </a:r>
            <a:r>
              <a:rPr lang="en-US" sz="2200" baseline="-25000" dirty="0"/>
              <a:t>1</a:t>
            </a:r>
            <a:r>
              <a:rPr lang="en-US" sz="2200" dirty="0"/>
              <a:t>)</a:t>
            </a:r>
            <a:r>
              <a:rPr lang="ru-RU" sz="2200" dirty="0"/>
              <a:t>, Р(</a:t>
            </a:r>
            <a:r>
              <a:rPr lang="en-US" sz="2200" dirty="0"/>
              <a:t>A|H</a:t>
            </a:r>
            <a:r>
              <a:rPr lang="en-US" sz="2200" baseline="-25000" dirty="0"/>
              <a:t>2</a:t>
            </a:r>
            <a:r>
              <a:rPr lang="en-US" sz="2200" dirty="0"/>
              <a:t>)</a:t>
            </a:r>
            <a:r>
              <a:rPr lang="ru-RU" sz="2200" dirty="0"/>
              <a:t>, Р(</a:t>
            </a:r>
            <a:r>
              <a:rPr lang="en-US" sz="2200" dirty="0"/>
              <a:t>A|H</a:t>
            </a:r>
            <a:r>
              <a:rPr lang="ru-RU" sz="2200" baseline="-25000" dirty="0"/>
              <a:t>3</a:t>
            </a:r>
            <a:r>
              <a:rPr lang="en-US" sz="2200" dirty="0"/>
              <a:t>)</a:t>
            </a:r>
            <a:r>
              <a:rPr lang="ru-RU" sz="2200" dirty="0"/>
              <a:t>.</a:t>
            </a:r>
          </a:p>
          <a:p>
            <a:pPr>
              <a:buNone/>
            </a:pPr>
            <a:r>
              <a:rPr lang="ru-RU" sz="2200" dirty="0"/>
              <a:t>Событие А</a:t>
            </a:r>
            <a:r>
              <a:rPr lang="en-US" sz="2200" dirty="0"/>
              <a:t>|H</a:t>
            </a:r>
            <a:r>
              <a:rPr lang="en-US" sz="2200" baseline="-25000" dirty="0"/>
              <a:t>1</a:t>
            </a:r>
            <a:r>
              <a:rPr lang="ru-RU" sz="2200" baseline="-25000" dirty="0"/>
              <a:t> </a:t>
            </a:r>
            <a:r>
              <a:rPr lang="ru-RU" sz="2200" dirty="0"/>
              <a:t>– выбранный наудачу телевизор не потребует ремонта </a:t>
            </a: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при условии, что </a:t>
            </a:r>
            <a:r>
              <a:rPr lang="ru-RU" sz="2200" dirty="0"/>
              <a:t>он от первого производителя.</a:t>
            </a:r>
          </a:p>
          <a:p>
            <a:pPr>
              <a:buNone/>
            </a:pPr>
            <a:endParaRPr lang="ru-RU" sz="2200" dirty="0"/>
          </a:p>
          <a:p>
            <a:pPr>
              <a:buNone/>
            </a:pPr>
            <a:r>
              <a:rPr lang="ru-RU" sz="2200" dirty="0"/>
              <a:t>Событие А</a:t>
            </a:r>
            <a:r>
              <a:rPr lang="en-US" sz="2200" dirty="0"/>
              <a:t>|H</a:t>
            </a:r>
            <a:r>
              <a:rPr lang="ru-RU" sz="2200" baseline="-25000" dirty="0"/>
              <a:t>2 </a:t>
            </a:r>
            <a:r>
              <a:rPr lang="ru-RU" sz="2200" dirty="0"/>
              <a:t>– выбранный наудачу телевизор не потребует ремонта </a:t>
            </a: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при условии, что </a:t>
            </a:r>
            <a:r>
              <a:rPr lang="ru-RU" sz="2200" dirty="0"/>
              <a:t>он от второго производителя.</a:t>
            </a:r>
          </a:p>
          <a:p>
            <a:pPr>
              <a:buNone/>
            </a:pPr>
            <a:endParaRPr lang="ru-RU" sz="2200" dirty="0"/>
          </a:p>
          <a:p>
            <a:pPr algn="ctr">
              <a:buNone/>
            </a:pPr>
            <a:r>
              <a:rPr lang="ru-RU" sz="2200" dirty="0"/>
              <a:t>Событие А</a:t>
            </a:r>
            <a:r>
              <a:rPr lang="en-US" sz="2200" dirty="0"/>
              <a:t>|H</a:t>
            </a:r>
            <a:r>
              <a:rPr lang="ru-RU" sz="2200" baseline="-25000" dirty="0"/>
              <a:t>3 </a:t>
            </a:r>
            <a:r>
              <a:rPr lang="ru-RU" sz="2200" dirty="0"/>
              <a:t>– выбранный наудачу телевизор не потребует ремонта </a:t>
            </a: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при условии, что </a:t>
            </a:r>
            <a:r>
              <a:rPr lang="ru-RU" sz="2200" dirty="0"/>
              <a:t>он от третьего производителя.</a:t>
            </a:r>
          </a:p>
          <a:p>
            <a:pPr algn="ctr">
              <a:buNone/>
            </a:pPr>
            <a:endParaRPr lang="ru-RU" sz="22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ctr">
              <a:buNone/>
            </a:pP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Р(</a:t>
            </a:r>
            <a:r>
              <a:rPr lang="en-US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A|H</a:t>
            </a:r>
            <a:r>
              <a:rPr lang="en-US" sz="2200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)=</a:t>
            </a: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0,98 </a:t>
            </a:r>
            <a:r>
              <a:rPr lang="ru-RU" sz="2200" dirty="0"/>
              <a:t>(по условию задачи)</a:t>
            </a: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</a:t>
            </a:r>
          </a:p>
          <a:p>
            <a:pPr algn="ctr">
              <a:buNone/>
            </a:pP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A|H</a:t>
            </a:r>
            <a:r>
              <a:rPr lang="en-US" sz="2200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=0,88 </a:t>
            </a:r>
            <a:r>
              <a:rPr lang="ru-RU" sz="2200" dirty="0"/>
              <a:t>(по условию задачи),</a:t>
            </a:r>
          </a:p>
          <a:p>
            <a:pPr algn="ctr">
              <a:buNone/>
            </a:pP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A|H</a:t>
            </a:r>
            <a:r>
              <a:rPr lang="ru-RU" sz="2200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</a:t>
            </a:r>
            <a:r>
              <a:rPr lang="en-US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=0,92 </a:t>
            </a:r>
            <a:r>
              <a:rPr lang="ru-RU" sz="2200" dirty="0"/>
              <a:t>(по условию задачи)</a:t>
            </a:r>
            <a:r>
              <a:rPr lang="ru-RU" sz="2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.</a:t>
            </a:r>
          </a:p>
          <a:p>
            <a:pPr>
              <a:buNone/>
            </a:pPr>
            <a:endParaRPr lang="ru-RU" sz="2200" dirty="0"/>
          </a:p>
          <a:p>
            <a:pPr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6) Нарисуем диаграмму Байеса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571604" y="2643182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1571604" y="3214686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571604" y="3857628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6143636" y="3214686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>
            <a:stCxn id="5" idx="6"/>
            <a:endCxn id="8" idx="2"/>
          </p:cNvCxnSpPr>
          <p:nvPr/>
        </p:nvCxnSpPr>
        <p:spPr>
          <a:xfrm>
            <a:off x="1857356" y="2786058"/>
            <a:ext cx="4286280" cy="57150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stCxn id="6" idx="6"/>
            <a:endCxn id="8" idx="2"/>
          </p:cNvCxnSpPr>
          <p:nvPr/>
        </p:nvCxnSpPr>
        <p:spPr>
          <a:xfrm>
            <a:off x="1857356" y="3357562"/>
            <a:ext cx="4286280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7" idx="6"/>
            <a:endCxn id="8" idx="2"/>
          </p:cNvCxnSpPr>
          <p:nvPr/>
        </p:nvCxnSpPr>
        <p:spPr>
          <a:xfrm flipV="1">
            <a:off x="1857356" y="3357562"/>
            <a:ext cx="4286280" cy="6429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00826" y="300037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596" y="2571744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Р(Н</a:t>
            </a:r>
            <a:r>
              <a:rPr lang="ru-RU" baseline="-25000" dirty="0"/>
              <a:t>1</a:t>
            </a:r>
            <a:r>
              <a:rPr lang="ru-RU" dirty="0"/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596" y="3143248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Р(Н</a:t>
            </a:r>
            <a:r>
              <a:rPr lang="ru-RU" baseline="-25000" dirty="0"/>
              <a:t>2</a:t>
            </a:r>
            <a:r>
              <a:rPr lang="ru-RU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596" y="3786190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Р(Н</a:t>
            </a:r>
            <a:r>
              <a:rPr lang="ru-RU" baseline="-25000" dirty="0"/>
              <a:t>3</a:t>
            </a:r>
            <a:r>
              <a:rPr lang="ru-RU" dirty="0"/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7422" y="235743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Р(А</a:t>
            </a:r>
            <a:r>
              <a:rPr lang="en-US" dirty="0"/>
              <a:t>|</a:t>
            </a:r>
            <a:r>
              <a:rPr lang="ru-RU" dirty="0"/>
              <a:t>Н</a:t>
            </a:r>
            <a:r>
              <a:rPr lang="ru-RU" baseline="-25000" dirty="0"/>
              <a:t>1</a:t>
            </a:r>
            <a:r>
              <a:rPr lang="ru-RU" dirty="0"/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7422" y="292893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Р(А</a:t>
            </a:r>
            <a:r>
              <a:rPr lang="en-US" dirty="0"/>
              <a:t>|</a:t>
            </a:r>
            <a:r>
              <a:rPr lang="ru-RU" dirty="0"/>
              <a:t>Н</a:t>
            </a:r>
            <a:r>
              <a:rPr lang="ru-RU" baseline="-25000" dirty="0"/>
              <a:t>2</a:t>
            </a:r>
            <a:r>
              <a:rPr lang="ru-RU" dirty="0"/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860" y="342900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Р(А</a:t>
            </a:r>
            <a:r>
              <a:rPr lang="en-US" dirty="0"/>
              <a:t>|</a:t>
            </a:r>
            <a:r>
              <a:rPr lang="ru-RU" dirty="0"/>
              <a:t>Н</a:t>
            </a:r>
            <a:r>
              <a:rPr lang="ru-RU" baseline="-25000" dirty="0"/>
              <a:t>3</a:t>
            </a:r>
            <a:r>
              <a:rPr lang="ru-RU" dirty="0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0166" y="21431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</a:t>
            </a:r>
            <a:r>
              <a:rPr lang="ru-RU" baseline="-25000" dirty="0"/>
              <a:t>1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500166" y="285749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</a:t>
            </a:r>
            <a:r>
              <a:rPr lang="ru-RU" baseline="-25000" dirty="0"/>
              <a:t>2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1428728" y="350043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</a:t>
            </a:r>
            <a:r>
              <a:rPr lang="ru-RU" baseline="-25000" dirty="0"/>
              <a:t>3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Диаграмма Байеса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sz="2800" dirty="0"/>
          </a:p>
          <a:p>
            <a:pPr>
              <a:buNone/>
            </a:pPr>
            <a:r>
              <a:rPr lang="ru-RU" sz="2800" dirty="0"/>
              <a:t>7) Тогда по формуле полной вероятности события 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571604" y="2643182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1571604" y="3214686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1571604" y="3857628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6143636" y="3214686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>
            <a:stCxn id="5" idx="6"/>
            <a:endCxn id="8" idx="2"/>
          </p:cNvCxnSpPr>
          <p:nvPr/>
        </p:nvCxnSpPr>
        <p:spPr>
          <a:xfrm>
            <a:off x="1857356" y="2786058"/>
            <a:ext cx="4286280" cy="57150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stCxn id="6" idx="6"/>
            <a:endCxn id="8" idx="2"/>
          </p:cNvCxnSpPr>
          <p:nvPr/>
        </p:nvCxnSpPr>
        <p:spPr>
          <a:xfrm>
            <a:off x="1857356" y="3357562"/>
            <a:ext cx="4286280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7" idx="6"/>
            <a:endCxn id="8" idx="2"/>
          </p:cNvCxnSpPr>
          <p:nvPr/>
        </p:nvCxnSpPr>
        <p:spPr>
          <a:xfrm flipV="1">
            <a:off x="1857356" y="3357562"/>
            <a:ext cx="4286280" cy="6429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00826" y="300037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662" y="257174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662" y="3143248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662" y="378619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7422" y="235743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7422" y="292893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8860" y="342900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0166" y="21431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</a:t>
            </a:r>
            <a:r>
              <a:rPr lang="ru-RU" baseline="-25000" dirty="0"/>
              <a:t>1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500166" y="285749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</a:t>
            </a:r>
            <a:r>
              <a:rPr lang="ru-RU" baseline="-25000" dirty="0"/>
              <a:t>2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1428728" y="350043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</a:t>
            </a:r>
            <a:r>
              <a:rPr lang="ru-RU" baseline="-25000" dirty="0"/>
              <a:t>3</a:t>
            </a:r>
            <a:endParaRPr lang="ru-RU" dirty="0"/>
          </a:p>
        </p:txBody>
      </p:sp>
      <p:pic>
        <p:nvPicPr>
          <p:cNvPr id="11" name="Рисунок 10" descr="Изображение выглядит как текст, Шрифт, снимок экрана, типография">
            <a:extLst>
              <a:ext uri="{FF2B5EF4-FFF2-40B4-BE49-F238E27FC236}">
                <a16:creationId xmlns:a16="http://schemas.microsoft.com/office/drawing/2014/main" id="{9B197540-7D5E-7D6B-4B16-015DEEB73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592" y="5301208"/>
            <a:ext cx="5524784" cy="12256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Формула Байеса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Предположим, что произведен эксперимент, в результате которого </a:t>
            </a:r>
            <a:r>
              <a:rPr lang="ru-RU" u="sng" cap="all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наступило</a:t>
            </a:r>
            <a:r>
              <a:rPr lang="ru-RU" dirty="0"/>
              <a:t> событие А.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Определим вероятность того, что при этом реализовалась конкретная гипотеза </a:t>
            </a:r>
            <a:r>
              <a:rPr lang="en-US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k</a:t>
            </a:r>
            <a:endParaRPr lang="ru-RU" baseline="-250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Формула Байеса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sz="4000" dirty="0"/>
              <a:t>Эта вероятность рассчитывается как условная вероятность интересующей нас гипотезы </a:t>
            </a:r>
            <a:r>
              <a:rPr lang="en-US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k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ru-RU" sz="4000" dirty="0"/>
              <a:t>при условии, что произошло событие </a:t>
            </a:r>
            <a:r>
              <a:rPr lang="ru-RU" sz="4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</a:t>
            </a:r>
            <a:r>
              <a:rPr lang="ru-RU" sz="4000" dirty="0"/>
              <a:t>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sz="4000" dirty="0"/>
          </a:p>
          <a:p>
            <a:pPr>
              <a:buNone/>
            </a:pPr>
            <a:r>
              <a:rPr lang="ru-RU" sz="4000" dirty="0"/>
              <a:t>Эта формула называется </a:t>
            </a:r>
            <a:r>
              <a:rPr lang="ru-RU" sz="4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формулой Байеса</a:t>
            </a:r>
            <a:r>
              <a:rPr lang="ru-RU" sz="4000" dirty="0"/>
              <a:t>. </a:t>
            </a:r>
          </a:p>
          <a:p>
            <a:pPr>
              <a:buNone/>
            </a:pPr>
            <a:endParaRPr lang="ru-RU" sz="3600" dirty="0"/>
          </a:p>
          <a:p>
            <a:pPr>
              <a:buNone/>
            </a:pPr>
            <a:r>
              <a:rPr lang="ru-RU" sz="4000" dirty="0"/>
              <a:t>Вероятности </a:t>
            </a:r>
            <a:r>
              <a:rPr lang="ru-RU" sz="40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sz="4000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sz="4000" i="1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k</a:t>
            </a:r>
            <a:r>
              <a:rPr lang="en-US" sz="4000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|A</a:t>
            </a:r>
            <a:r>
              <a:rPr lang="en-US" sz="4000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 </a:t>
            </a:r>
            <a:r>
              <a:rPr lang="ru-RU" sz="4000" dirty="0"/>
              <a:t>называю </a:t>
            </a:r>
            <a:r>
              <a:rPr lang="ru-RU" sz="4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апостериорными </a:t>
            </a:r>
          </a:p>
          <a:p>
            <a:pPr>
              <a:buNone/>
            </a:pPr>
            <a:r>
              <a:rPr lang="ru-RU" sz="4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ru-RU" sz="4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послеопытными</a:t>
            </a:r>
            <a:r>
              <a:rPr lang="ru-RU" sz="4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 </a:t>
            </a:r>
            <a:r>
              <a:rPr lang="ru-RU" sz="4000" dirty="0"/>
              <a:t>вероятностями.</a:t>
            </a:r>
          </a:p>
          <a:p>
            <a:endParaRPr lang="ru-RU" sz="40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25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14120" imgH="215640" progId="Equation.3">
                  <p:embed/>
                </p:oleObj>
              </mc:Choice>
              <mc:Fallback>
                <p:oleObj name="Формула" r:id="rId2" imgW="114120" imgH="21564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 descr="Изображение выглядит как текст, Шрифт, рукописный текст, снимок экрана">
            <a:extLst>
              <a:ext uri="{FF2B5EF4-FFF2-40B4-BE49-F238E27FC236}">
                <a16:creationId xmlns:a16="http://schemas.microsoft.com/office/drawing/2014/main" id="{CD1DE56F-34A5-9438-CD5D-436AD924E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50" y="3082338"/>
            <a:ext cx="6788499" cy="128276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Задача: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/>
              <a:t>Вся продукция цеха проверяется двумя контролерами, причем 1-й проверяет 55% изделий, а 2-й – остальные. Вероятность того, что первый контролер пропустит нестандартное изделие равна 0,01, а второй 0,02.</a:t>
            </a:r>
          </a:p>
          <a:p>
            <a:pPr>
              <a:buNone/>
            </a:pPr>
            <a:r>
              <a:rPr lang="ru-RU" dirty="0"/>
              <a:t>Наудачу </a:t>
            </a:r>
            <a:r>
              <a:rPr lang="ru-RU" u="sng" dirty="0"/>
              <a:t>взяли</a:t>
            </a:r>
            <a:r>
              <a:rPr lang="ru-RU" dirty="0"/>
              <a:t> изделие, помеченное как стандартное, оно оказалось нестандартным.</a:t>
            </a:r>
          </a:p>
          <a:p>
            <a:pPr>
              <a:buNone/>
            </a:pPr>
            <a:r>
              <a:rPr lang="ru-RU" dirty="0"/>
              <a:t>Найти вероятность того, что это изделие проверялось вторым контролером.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r>
              <a:rPr lang="ru-RU" dirty="0"/>
              <a:t>1) Обозначим событие, </a:t>
            </a:r>
            <a:r>
              <a:rPr lang="ru-RU" u="sng" dirty="0"/>
              <a:t>которое произошло в задаче</a:t>
            </a:r>
          </a:p>
          <a:p>
            <a:pPr marL="514350" indent="-514350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А- взятое изделие, помеченное как стандартное, оказалось нестандартным</a:t>
            </a:r>
          </a:p>
          <a:p>
            <a:pPr marL="514350" indent="-514350">
              <a:buNone/>
            </a:pPr>
            <a:r>
              <a:rPr lang="ru-RU" dirty="0"/>
              <a:t>2)Введем гипотезы </a:t>
            </a:r>
          </a:p>
          <a:p>
            <a:pPr>
              <a:buNone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изделие проверял 1-й контролер</a:t>
            </a:r>
          </a:p>
          <a:p>
            <a:pPr>
              <a:buNone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изделие проверял 2-й контролер</a:t>
            </a:r>
          </a:p>
          <a:p>
            <a:pPr marL="514350" indent="-514350">
              <a:buNone/>
            </a:pPr>
            <a:endParaRPr lang="ru-RU" dirty="0"/>
          </a:p>
          <a:p>
            <a:pPr marL="514350" indent="-514350">
              <a:buNone/>
            </a:pPr>
            <a:endParaRPr lang="ru-RU" dirty="0"/>
          </a:p>
          <a:p>
            <a:pPr marL="514350" indent="-51435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3) Находим вероятности гипотез</a:t>
            </a:r>
          </a:p>
          <a:p>
            <a:pPr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0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,55 </a:t>
            </a:r>
            <a:r>
              <a:rPr lang="ru-RU" dirty="0"/>
              <a:t>(из исходных данных задачи)</a:t>
            </a:r>
          </a:p>
          <a:p>
            <a:pPr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=0,45 </a:t>
            </a:r>
            <a:r>
              <a:rPr lang="ru-RU" dirty="0"/>
              <a:t>(из исходных данных задачи)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4) Выполняем проверку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так как</a:t>
            </a:r>
            <a:r>
              <a:rPr lang="en-US" dirty="0"/>
              <a:t> </a:t>
            </a:r>
            <a:r>
              <a:rPr lang="ru-RU" dirty="0"/>
              <a:t>гипотезы должны образовывать полную группу несовместных событий.</a:t>
            </a:r>
          </a:p>
          <a:p>
            <a:pPr>
              <a:buNone/>
            </a:pP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ru-RU" dirty="0"/>
              <a:t>Проверка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: 0,55+0,45=1 (верно).</a:t>
            </a:r>
            <a:r>
              <a:rPr lang="ru-RU" dirty="0"/>
              <a:t>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arenR" startAt="5"/>
            </a:pPr>
            <a:r>
              <a:rPr lang="ru-RU" dirty="0"/>
              <a:t>Находим условные вероятности событий  Р(</a:t>
            </a:r>
            <a:r>
              <a:rPr lang="en-US" dirty="0"/>
              <a:t>A|H</a:t>
            </a:r>
            <a:r>
              <a:rPr lang="en-US" baseline="-25000" dirty="0"/>
              <a:t>1</a:t>
            </a:r>
            <a:r>
              <a:rPr lang="en-US" dirty="0"/>
              <a:t>)</a:t>
            </a:r>
            <a:r>
              <a:rPr lang="ru-RU" dirty="0"/>
              <a:t>, Р(</a:t>
            </a:r>
            <a:r>
              <a:rPr lang="en-US" dirty="0"/>
              <a:t>A|H</a:t>
            </a:r>
            <a:r>
              <a:rPr lang="en-US" baseline="-25000" dirty="0"/>
              <a:t>2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pPr marL="514350" indent="-514350">
              <a:buAutoNum type="arabicParenR" startAt="5"/>
            </a:pP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ru-RU" dirty="0"/>
              <a:t>Событие А</a:t>
            </a:r>
            <a:r>
              <a:rPr lang="en-US" dirty="0"/>
              <a:t>|H</a:t>
            </a:r>
            <a:r>
              <a:rPr lang="en-US" baseline="-25000" dirty="0"/>
              <a:t>1</a:t>
            </a:r>
            <a:r>
              <a:rPr lang="ru-RU" baseline="-25000" dirty="0"/>
              <a:t> </a:t>
            </a:r>
            <a:r>
              <a:rPr lang="ru-RU" dirty="0"/>
              <a:t>– взятое изделие, помеченное как стандартное, оказалось нестандартным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при условии, что </a:t>
            </a:r>
            <a:r>
              <a:rPr lang="ru-RU" dirty="0"/>
              <a:t>изделие проверял 1-й контролер.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Событие А</a:t>
            </a:r>
            <a:r>
              <a:rPr lang="en-US" dirty="0"/>
              <a:t>|H</a:t>
            </a:r>
            <a:r>
              <a:rPr lang="ru-RU" baseline="-25000" dirty="0"/>
              <a:t>2 </a:t>
            </a:r>
            <a:r>
              <a:rPr lang="ru-RU" dirty="0"/>
              <a:t>– взятое изделие, помеченное как стандартное, оказалось нестандартным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при условии, что </a:t>
            </a:r>
            <a:r>
              <a:rPr lang="ru-RU" dirty="0"/>
              <a:t>изделие проверял 2-й контролер.</a:t>
            </a:r>
          </a:p>
          <a:p>
            <a:pPr algn="ctr">
              <a:buNone/>
            </a:pP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A|H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)=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0,01 </a:t>
            </a:r>
            <a:r>
              <a:rPr lang="ru-RU" dirty="0"/>
              <a:t>(по условию задачи)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A|H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=0,02 </a:t>
            </a:r>
            <a:r>
              <a:rPr lang="ru-RU" dirty="0"/>
              <a:t>(по условию задачи).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6) Нарисуем диаграмму Байеса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sz="2800" dirty="0"/>
          </a:p>
          <a:p>
            <a:pPr>
              <a:buNone/>
            </a:pPr>
            <a:r>
              <a:rPr lang="ru-RU" sz="2800" dirty="0"/>
              <a:t>7) Тогда по формуле полной вероятности события 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1571604" y="2643182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1571604" y="3214686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6143636" y="3214686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/>
          <p:cNvCxnSpPr>
            <a:stCxn id="5" idx="6"/>
            <a:endCxn id="8" idx="2"/>
          </p:cNvCxnSpPr>
          <p:nvPr/>
        </p:nvCxnSpPr>
        <p:spPr>
          <a:xfrm>
            <a:off x="1857356" y="2786058"/>
            <a:ext cx="4286280" cy="57150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stCxn id="6" idx="6"/>
            <a:endCxn id="8" idx="2"/>
          </p:cNvCxnSpPr>
          <p:nvPr/>
        </p:nvCxnSpPr>
        <p:spPr>
          <a:xfrm>
            <a:off x="1857356" y="3357562"/>
            <a:ext cx="4286280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00826" y="300037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786" y="257174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662" y="3143248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7422" y="235743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7422" y="292893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0,02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0166" y="214311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</a:t>
            </a:r>
            <a:r>
              <a:rPr lang="ru-RU" baseline="-25000" dirty="0"/>
              <a:t>1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500166" y="2857496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</a:t>
            </a:r>
            <a:r>
              <a:rPr lang="ru-RU" baseline="-25000" dirty="0"/>
              <a:t>2</a:t>
            </a:r>
            <a:endParaRPr lang="ru-RU" dirty="0"/>
          </a:p>
        </p:txBody>
      </p:sp>
      <p:pic>
        <p:nvPicPr>
          <p:cNvPr id="13" name="Рисунок 12" descr="Изображение выглядит как текст, Шрифт, снимок экрана, число">
            <a:extLst>
              <a:ext uri="{FF2B5EF4-FFF2-40B4-BE49-F238E27FC236}">
                <a16:creationId xmlns:a16="http://schemas.microsoft.com/office/drawing/2014/main" id="{00F35C00-B189-83D8-F069-97B91D4CC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333" y="4658348"/>
            <a:ext cx="5512083" cy="18669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dirty="0"/>
              <a:t>Всем спасибо!</a:t>
            </a:r>
          </a:p>
          <a:p>
            <a:pPr algn="ctr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754</TotalTime>
  <Words>1630</Words>
  <Application>Microsoft Office PowerPoint</Application>
  <PresentationFormat>Экран (4:3)</PresentationFormat>
  <Paragraphs>303</Paragraphs>
  <Slides>31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Calibri</vt:lpstr>
      <vt:lpstr>Cambria</vt:lpstr>
      <vt:lpstr>Rockwell</vt:lpstr>
      <vt:lpstr>Wingdings 2</vt:lpstr>
      <vt:lpstr>Литейная</vt:lpstr>
      <vt:lpstr>Формула</vt:lpstr>
      <vt:lpstr>Теория вероятностей и математическая статистика. Лекция 2</vt:lpstr>
      <vt:lpstr>Условная вероятность события</vt:lpstr>
      <vt:lpstr>Рассмотрим примеры</vt:lpstr>
      <vt:lpstr>Рассмотрим примеры</vt:lpstr>
      <vt:lpstr>Формула вычисления условной вероятности P(B|A) </vt:lpstr>
      <vt:lpstr>Формула вычисления условной вероятности P(А|В) </vt:lpstr>
      <vt:lpstr>Формулы условной вероятности</vt:lpstr>
      <vt:lpstr>Теорема умножений вероятностей</vt:lpstr>
      <vt:lpstr>Теорема умножения произвольного числа событий</vt:lpstr>
      <vt:lpstr>Зависимость и независимость событий</vt:lpstr>
      <vt:lpstr>Условия , которые должны выполняться если события А и В</vt:lpstr>
      <vt:lpstr>Важно!</vt:lpstr>
      <vt:lpstr>Теорема сложения совместных событий</vt:lpstr>
      <vt:lpstr>Теорема сложения совместных событий</vt:lpstr>
      <vt:lpstr>Формула полной вероятности события</vt:lpstr>
      <vt:lpstr>Формула полной вероятности события</vt:lpstr>
      <vt:lpstr>Формула полной вероятности события</vt:lpstr>
      <vt:lpstr>Задача:</vt:lpstr>
      <vt:lpstr>Решение</vt:lpstr>
      <vt:lpstr>Решение</vt:lpstr>
      <vt:lpstr>Решение</vt:lpstr>
      <vt:lpstr>Решение</vt:lpstr>
      <vt:lpstr>Решение</vt:lpstr>
      <vt:lpstr>Формула Байеса</vt:lpstr>
      <vt:lpstr>Формула Байеса</vt:lpstr>
      <vt:lpstr>Задача:</vt:lpstr>
      <vt:lpstr>Решение</vt:lpstr>
      <vt:lpstr>Решение</vt:lpstr>
      <vt:lpstr>Решение</vt:lpstr>
      <vt:lpstr>Решение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creator>Elena</dc:creator>
  <cp:lastModifiedBy>e s</cp:lastModifiedBy>
  <cp:revision>86</cp:revision>
  <dcterms:created xsi:type="dcterms:W3CDTF">2021-02-04T09:02:28Z</dcterms:created>
  <dcterms:modified xsi:type="dcterms:W3CDTF">2026-02-16T08:01:12Z</dcterms:modified>
</cp:coreProperties>
</file>